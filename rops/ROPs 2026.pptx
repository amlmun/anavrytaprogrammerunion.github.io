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embeddedFontLst>
    <p:embeddedFont>
      <p:font typeface="Play"/>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9ehZOUf06J2ENZ6c4uUCBKDmi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 name="Google Shape;30;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9" name="Google Shape;3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jp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jp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p:nvPr/>
        </p:nvSpPr>
        <p:spPr>
          <a:xfrm flipH="1">
            <a:off x="0" y="0"/>
            <a:ext cx="5802086" cy="6858000"/>
          </a:xfrm>
          <a:custGeom>
            <a:rect b="b" l="l" r="r" t="t"/>
            <a:pathLst>
              <a:path extrusionOk="0" h="6858000" w="5734864">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490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1" name="Google Shape;91;p1"/>
          <p:cNvSpPr txBox="1"/>
          <p:nvPr>
            <p:ph type="ctrTitle"/>
          </p:nvPr>
        </p:nvSpPr>
        <p:spPr>
          <a:xfrm>
            <a:off x="271305" y="775785"/>
            <a:ext cx="4802139" cy="27245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100"/>
              <a:buFont typeface="Play"/>
              <a:buNone/>
            </a:pPr>
            <a:r>
              <a:rPr b="1" lang="en-US" sz="4100"/>
              <a:t>Anavryta Model Lyceum Model United Nations 2026</a:t>
            </a:r>
            <a:endParaRPr/>
          </a:p>
        </p:txBody>
      </p:sp>
      <p:sp>
        <p:nvSpPr>
          <p:cNvPr id="92" name="Google Shape;92;p1"/>
          <p:cNvSpPr txBox="1"/>
          <p:nvPr>
            <p:ph idx="1" type="subTitle"/>
          </p:nvPr>
        </p:nvSpPr>
        <p:spPr>
          <a:xfrm>
            <a:off x="271306" y="4121253"/>
            <a:ext cx="4802139" cy="187761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1C1C1C"/>
              </a:buClr>
              <a:buSzPts val="2800"/>
              <a:buNone/>
            </a:pPr>
            <a:r>
              <a:rPr b="1" lang="en-US" sz="2800">
                <a:solidFill>
                  <a:srgbClr val="1C1C1C"/>
                </a:solidFill>
              </a:rPr>
              <a:t>1</a:t>
            </a:r>
            <a:r>
              <a:rPr b="1" baseline="30000" lang="en-US" sz="2800">
                <a:solidFill>
                  <a:srgbClr val="1C1C1C"/>
                </a:solidFill>
              </a:rPr>
              <a:t>st</a:t>
            </a:r>
            <a:r>
              <a:rPr b="1" lang="en-US" sz="2800">
                <a:solidFill>
                  <a:srgbClr val="1C1C1C"/>
                </a:solidFill>
              </a:rPr>
              <a:t> Student Officers’ Lesson:</a:t>
            </a:r>
            <a:endParaRPr sz="2800">
              <a:solidFill>
                <a:srgbClr val="1C1C1C"/>
              </a:solidFill>
            </a:endParaRPr>
          </a:p>
          <a:p>
            <a:pPr indent="0" lvl="0" marL="0" rtl="0" algn="ctr">
              <a:lnSpc>
                <a:spcPct val="90000"/>
              </a:lnSpc>
              <a:spcBef>
                <a:spcPts val="1000"/>
              </a:spcBef>
              <a:spcAft>
                <a:spcPts val="0"/>
              </a:spcAft>
              <a:buClr>
                <a:srgbClr val="1C1C1C"/>
              </a:buClr>
              <a:buSzPts val="2800"/>
              <a:buNone/>
            </a:pPr>
            <a:r>
              <a:rPr lang="en-US" sz="2800">
                <a:solidFill>
                  <a:srgbClr val="1C1C1C"/>
                </a:solidFill>
              </a:rPr>
              <a:t>Rules of Procedure</a:t>
            </a:r>
            <a:endParaRPr/>
          </a:p>
        </p:txBody>
      </p:sp>
      <p:pic>
        <p:nvPicPr>
          <p:cNvPr id="93" name="Google Shape;93;p1"/>
          <p:cNvPicPr preferRelativeResize="0"/>
          <p:nvPr/>
        </p:nvPicPr>
        <p:blipFill rotWithShape="1">
          <a:blip r:embed="rId3">
            <a:alphaModFix/>
          </a:blip>
          <a:srcRect b="0" l="1389" r="0" t="0"/>
          <a:stretch/>
        </p:blipFill>
        <p:spPr>
          <a:xfrm>
            <a:off x="5954183" y="578738"/>
            <a:ext cx="5591785" cy="56705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700"/>
                                        <p:tgtEl>
                                          <p:spTgt spid="91"/>
                                        </p:tgtEl>
                                      </p:cBhvr>
                                    </p:animEffect>
                                  </p:childTnLst>
                                </p:cTn>
                              </p:par>
                            </p:childTnLst>
                          </p:cTn>
                        </p:par>
                        <p:par>
                          <p:cTn fill="hold">
                            <p:stCondLst>
                              <p:cond delay="700"/>
                            </p:stCondLst>
                            <p:childTnLst>
                              <p:par>
                                <p:cTn fill="hold" nodeType="after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700"/>
                                        <p:tgtEl>
                                          <p:spTgt spid="92">
                                            <p:txEl>
                                              <p:pRg end="0" st="0"/>
                                            </p:txEl>
                                          </p:spTgt>
                                        </p:tgtEl>
                                      </p:cBhvr>
                                    </p:animEffect>
                                  </p:childTnLst>
                                </p:cTn>
                              </p:par>
                            </p:childTnLst>
                          </p:cTn>
                        </p:par>
                        <p:par>
                          <p:cTn fill="hold">
                            <p:stCondLst>
                              <p:cond delay="1400"/>
                            </p:stCondLst>
                            <p:childTnLst>
                              <p:par>
                                <p:cTn fill="hold" nodeType="after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700"/>
                                        <p:tgtEl>
                                          <p:spTgt spid="9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9" name="Google Shape;99;p2"/>
          <p:cNvSpPr txBox="1"/>
          <p:nvPr>
            <p:ph type="title"/>
          </p:nvPr>
        </p:nvSpPr>
        <p:spPr>
          <a:xfrm>
            <a:off x="640079" y="325369"/>
            <a:ext cx="4585063"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The Procedure</a:t>
            </a:r>
            <a:endParaRPr/>
          </a:p>
        </p:txBody>
      </p:sp>
      <p:sp>
        <p:nvSpPr>
          <p:cNvPr id="100" name="Google Shape;100;p2"/>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1" name="Google Shape;101;p2"/>
          <p:cNvSpPr txBox="1"/>
          <p:nvPr>
            <p:ph idx="1" type="body"/>
          </p:nvPr>
        </p:nvSpPr>
        <p:spPr>
          <a:xfrm>
            <a:off x="640080" y="2872899"/>
            <a:ext cx="4243589" cy="3659732"/>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90000"/>
              </a:lnSpc>
              <a:spcBef>
                <a:spcPts val="0"/>
              </a:spcBef>
              <a:spcAft>
                <a:spcPts val="0"/>
              </a:spcAft>
              <a:buClr>
                <a:schemeClr val="dk1"/>
              </a:buClr>
              <a:buSzPts val="2400"/>
              <a:buFont typeface="Play"/>
              <a:buAutoNum type="arabicPeriod"/>
            </a:pPr>
            <a:r>
              <a:rPr lang="en-US" sz="2400"/>
              <a:t>Roll Call</a:t>
            </a:r>
            <a:endParaRPr/>
          </a:p>
          <a:p>
            <a:pPr indent="-514350" lvl="0" marL="514350" rtl="0" algn="l">
              <a:lnSpc>
                <a:spcPct val="90000"/>
              </a:lnSpc>
              <a:spcBef>
                <a:spcPts val="1000"/>
              </a:spcBef>
              <a:spcAft>
                <a:spcPts val="0"/>
              </a:spcAft>
              <a:buClr>
                <a:schemeClr val="dk1"/>
              </a:buClr>
              <a:buSzPts val="2400"/>
              <a:buFont typeface="Play"/>
              <a:buAutoNum type="arabicPeriod"/>
            </a:pPr>
            <a:r>
              <a:rPr lang="en-US" sz="2400"/>
              <a:t>Policy Statements</a:t>
            </a:r>
            <a:endParaRPr/>
          </a:p>
          <a:p>
            <a:pPr indent="-514350" lvl="0" marL="514350" rtl="0" algn="l">
              <a:lnSpc>
                <a:spcPct val="90000"/>
              </a:lnSpc>
              <a:spcBef>
                <a:spcPts val="1000"/>
              </a:spcBef>
              <a:spcAft>
                <a:spcPts val="0"/>
              </a:spcAft>
              <a:buClr>
                <a:schemeClr val="dk1"/>
              </a:buClr>
              <a:buSzPts val="2400"/>
              <a:buFont typeface="Play"/>
              <a:buAutoNum type="arabicPeriod"/>
            </a:pPr>
            <a:r>
              <a:rPr lang="en-US" sz="2400"/>
              <a:t>Lobbying &amp; Merging</a:t>
            </a:r>
            <a:endParaRPr/>
          </a:p>
          <a:p>
            <a:pPr indent="-514350" lvl="0" marL="514350" rtl="0" algn="l">
              <a:lnSpc>
                <a:spcPct val="90000"/>
              </a:lnSpc>
              <a:spcBef>
                <a:spcPts val="1000"/>
              </a:spcBef>
              <a:spcAft>
                <a:spcPts val="0"/>
              </a:spcAft>
              <a:buClr>
                <a:schemeClr val="dk1"/>
              </a:buClr>
              <a:buSzPts val="2400"/>
              <a:buFont typeface="Play"/>
              <a:buAutoNum type="arabicPeriod"/>
            </a:pPr>
            <a:r>
              <a:rPr lang="en-US" sz="2400"/>
              <a:t>Debate</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Operative Clauses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Speeches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POIs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Amendments</a:t>
            </a:r>
            <a:endParaRPr/>
          </a:p>
          <a:p>
            <a:pPr indent="-514350" lvl="0" marL="514350" rtl="0" algn="l">
              <a:lnSpc>
                <a:spcPct val="90000"/>
              </a:lnSpc>
              <a:spcBef>
                <a:spcPts val="1000"/>
              </a:spcBef>
              <a:spcAft>
                <a:spcPts val="0"/>
              </a:spcAft>
              <a:buClr>
                <a:schemeClr val="dk1"/>
              </a:buClr>
              <a:buSzPts val="2400"/>
              <a:buFont typeface="Play"/>
              <a:buAutoNum type="arabicPeriod"/>
            </a:pPr>
            <a:r>
              <a:rPr lang="en-US" sz="2400"/>
              <a:t>Voting</a:t>
            </a:r>
            <a:endParaRPr/>
          </a:p>
        </p:txBody>
      </p:sp>
      <p:pic>
        <p:nvPicPr>
          <p:cNvPr descr="How to watch a presidential debate (or win it): Tips from Amy Cuddy |" id="102" name="Google Shape;102;p2"/>
          <p:cNvPicPr preferRelativeResize="0"/>
          <p:nvPr/>
        </p:nvPicPr>
        <p:blipFill rotWithShape="1">
          <a:blip r:embed="rId3">
            <a:alphaModFix/>
          </a:blip>
          <a:srcRect b="0" l="20301" r="19517"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pic>
        <p:nvPicPr>
          <p:cNvPr id="103" name="Google Shape;103;p2"/>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09" name="Google Shape;109;p3"/>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Roll Call</a:t>
            </a:r>
            <a:endParaRPr/>
          </a:p>
        </p:txBody>
      </p:sp>
      <p:sp>
        <p:nvSpPr>
          <p:cNvPr id="110" name="Google Shape;110;p3"/>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1" name="Google Shape;111;p3"/>
          <p:cNvSpPr txBox="1"/>
          <p:nvPr>
            <p:ph idx="1" type="body"/>
          </p:nvPr>
        </p:nvSpPr>
        <p:spPr>
          <a:xfrm>
            <a:off x="572492" y="1835231"/>
            <a:ext cx="7100117" cy="4784230"/>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2400"/>
              <a:buChar char="•"/>
            </a:pPr>
            <a:r>
              <a:rPr lang="en-US" sz="2400"/>
              <a:t>It is conducted when </a:t>
            </a:r>
            <a:r>
              <a:rPr b="1" lang="en-US" sz="2400"/>
              <a:t>each session </a:t>
            </a:r>
            <a:r>
              <a:rPr lang="en-US" sz="2400"/>
              <a:t>begins (e.g. after a break or lobbying) </a:t>
            </a:r>
            <a:endParaRPr/>
          </a:p>
          <a:p>
            <a:pPr indent="-228600" lvl="0" marL="228600" rtl="0" algn="just">
              <a:lnSpc>
                <a:spcPct val="100000"/>
              </a:lnSpc>
              <a:spcBef>
                <a:spcPts val="1200"/>
              </a:spcBef>
              <a:spcAft>
                <a:spcPts val="0"/>
              </a:spcAft>
              <a:buClr>
                <a:schemeClr val="dk1"/>
              </a:buClr>
              <a:buSzPts val="2400"/>
              <a:buChar char="•"/>
            </a:pPr>
            <a:r>
              <a:rPr lang="en-US" sz="2400"/>
              <a:t>It verifies attendance</a:t>
            </a:r>
            <a:endParaRPr/>
          </a:p>
          <a:p>
            <a:pPr indent="-228600" lvl="0" marL="228600" rtl="0" algn="just">
              <a:lnSpc>
                <a:spcPct val="100000"/>
              </a:lnSpc>
              <a:spcBef>
                <a:spcPts val="1200"/>
              </a:spcBef>
              <a:spcAft>
                <a:spcPts val="0"/>
              </a:spcAft>
              <a:buClr>
                <a:schemeClr val="dk1"/>
              </a:buClr>
              <a:buSzPts val="2400"/>
              <a:buChar char="•"/>
            </a:pPr>
            <a:r>
              <a:rPr lang="en-US" sz="2400"/>
              <a:t>When hearing their country’s name each delegate should raise their placard and state one of the following:</a:t>
            </a:r>
            <a:endParaRPr/>
          </a:p>
          <a:p>
            <a:pPr indent="0" lvl="1" marL="457200" rtl="0" algn="just">
              <a:lnSpc>
                <a:spcPct val="100000"/>
              </a:lnSpc>
              <a:spcBef>
                <a:spcPts val="600"/>
              </a:spcBef>
              <a:spcAft>
                <a:spcPts val="0"/>
              </a:spcAft>
              <a:buClr>
                <a:schemeClr val="dk1"/>
              </a:buClr>
              <a:buSzPts val="2400"/>
              <a:buNone/>
            </a:pPr>
            <a:r>
              <a:rPr lang="en-US"/>
              <a:t>i) </a:t>
            </a:r>
            <a:r>
              <a:rPr i="1" lang="en-US"/>
              <a:t>Present</a:t>
            </a:r>
            <a:endParaRPr/>
          </a:p>
          <a:p>
            <a:pPr indent="0" lvl="1" marL="457200" rtl="0" algn="just">
              <a:lnSpc>
                <a:spcPct val="100000"/>
              </a:lnSpc>
              <a:spcBef>
                <a:spcPts val="600"/>
              </a:spcBef>
              <a:spcAft>
                <a:spcPts val="0"/>
              </a:spcAft>
              <a:buClr>
                <a:schemeClr val="dk1"/>
              </a:buClr>
              <a:buSzPts val="2400"/>
              <a:buNone/>
            </a:pPr>
            <a:r>
              <a:rPr lang="en-US"/>
              <a:t>ii) </a:t>
            </a:r>
            <a:r>
              <a:rPr i="1" lang="en-US"/>
              <a:t>Present and voting</a:t>
            </a:r>
            <a:r>
              <a:rPr lang="en-US"/>
              <a:t>, which means that in future voting procedures the delegate may only vote in favor or against. They may not abstain</a:t>
            </a:r>
            <a:endParaRPr/>
          </a:p>
        </p:txBody>
      </p:sp>
      <p:pic>
        <p:nvPicPr>
          <p:cNvPr descr="Nehemiah 12:1-26 Roll Call | If I Walked With Jesus" id="112" name="Google Shape;112;p3"/>
          <p:cNvPicPr preferRelativeResize="0"/>
          <p:nvPr/>
        </p:nvPicPr>
        <p:blipFill rotWithShape="1">
          <a:blip r:embed="rId3">
            <a:alphaModFix/>
          </a:blip>
          <a:srcRect b="0" l="0" r="9807" t="0"/>
          <a:stretch/>
        </p:blipFill>
        <p:spPr>
          <a:xfrm>
            <a:off x="8320877" y="1911493"/>
            <a:ext cx="3868075" cy="4020644"/>
          </a:xfrm>
          <a:prstGeom prst="rect">
            <a:avLst/>
          </a:prstGeom>
          <a:noFill/>
          <a:ln>
            <a:noFill/>
          </a:ln>
        </p:spPr>
      </p:pic>
      <p:pic>
        <p:nvPicPr>
          <p:cNvPr id="113" name="Google Shape;113;p3"/>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9" name="Google Shape;119;p4"/>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Policy Statements</a:t>
            </a:r>
            <a:endParaRPr/>
          </a:p>
        </p:txBody>
      </p:sp>
      <p:sp>
        <p:nvSpPr>
          <p:cNvPr id="120" name="Google Shape;120;p4"/>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1" name="Google Shape;121;p4"/>
          <p:cNvSpPr txBox="1"/>
          <p:nvPr>
            <p:ph idx="1" type="body"/>
          </p:nvPr>
        </p:nvSpPr>
        <p:spPr>
          <a:xfrm>
            <a:off x="572492" y="1911493"/>
            <a:ext cx="7455383" cy="4598837"/>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2400"/>
              <a:buChar char="•"/>
            </a:pPr>
            <a:r>
              <a:rPr lang="en-US" sz="2400"/>
              <a:t>An </a:t>
            </a:r>
            <a:r>
              <a:rPr b="1" lang="en-US" sz="2400"/>
              <a:t>optional</a:t>
            </a:r>
            <a:r>
              <a:rPr lang="en-US" sz="2400"/>
              <a:t> speech stating the view of a country on the topics that will be discussed in the committee</a:t>
            </a:r>
            <a:endParaRPr/>
          </a:p>
          <a:p>
            <a:pPr indent="-228600" lvl="0" marL="228600" rtl="0" algn="just">
              <a:lnSpc>
                <a:spcPct val="100000"/>
              </a:lnSpc>
              <a:spcBef>
                <a:spcPts val="1000"/>
              </a:spcBef>
              <a:spcAft>
                <a:spcPts val="0"/>
              </a:spcAft>
              <a:buClr>
                <a:schemeClr val="dk1"/>
              </a:buClr>
              <a:buSzPts val="2400"/>
              <a:buChar char="•"/>
            </a:pPr>
            <a:r>
              <a:rPr lang="en-US" sz="2400"/>
              <a:t>It is around </a:t>
            </a:r>
            <a:r>
              <a:rPr b="1" lang="en-US" sz="2400"/>
              <a:t>30’-45’ </a:t>
            </a:r>
            <a:r>
              <a:rPr lang="en-US" sz="2400"/>
              <a:t>long</a:t>
            </a:r>
            <a:endParaRPr/>
          </a:p>
          <a:p>
            <a:pPr indent="-228600" lvl="0" marL="228600" rtl="0" algn="just">
              <a:lnSpc>
                <a:spcPct val="100000"/>
              </a:lnSpc>
              <a:spcBef>
                <a:spcPts val="1000"/>
              </a:spcBef>
              <a:spcAft>
                <a:spcPts val="0"/>
              </a:spcAft>
              <a:buClr>
                <a:schemeClr val="dk1"/>
              </a:buClr>
              <a:buSzPts val="2400"/>
              <a:buChar char="•"/>
            </a:pPr>
            <a:r>
              <a:rPr lang="en-US" sz="2400"/>
              <a:t>They are introduced in the first session of each committee</a:t>
            </a:r>
            <a:endParaRPr/>
          </a:p>
          <a:p>
            <a:pPr indent="-228600" lvl="0" marL="228600" rtl="0" algn="just">
              <a:lnSpc>
                <a:spcPct val="100000"/>
              </a:lnSpc>
              <a:spcBef>
                <a:spcPts val="1000"/>
              </a:spcBef>
              <a:spcAft>
                <a:spcPts val="0"/>
              </a:spcAft>
              <a:buClr>
                <a:schemeClr val="dk1"/>
              </a:buClr>
              <a:buSzPts val="2400"/>
              <a:buChar char="•"/>
            </a:pPr>
            <a:r>
              <a:rPr lang="en-US" sz="2400"/>
              <a:t>Delegates are raised alphabetically</a:t>
            </a:r>
            <a:endParaRPr/>
          </a:p>
          <a:p>
            <a:pPr indent="-228600" lvl="0" marL="228600" rtl="0" algn="just">
              <a:lnSpc>
                <a:spcPct val="100000"/>
              </a:lnSpc>
              <a:spcBef>
                <a:spcPts val="1000"/>
              </a:spcBef>
              <a:spcAft>
                <a:spcPts val="0"/>
              </a:spcAft>
              <a:buClr>
                <a:schemeClr val="dk1"/>
              </a:buClr>
              <a:buSzPts val="2400"/>
              <a:buChar char="•"/>
            </a:pPr>
            <a:r>
              <a:rPr lang="en-US" sz="2400"/>
              <a:t>They are used for each delegate to find other delegates with the same views as theirs</a:t>
            </a:r>
            <a:endParaRPr/>
          </a:p>
          <a:p>
            <a:pPr indent="-228600" lvl="0" marL="228600" rtl="0" algn="just">
              <a:lnSpc>
                <a:spcPct val="100000"/>
              </a:lnSpc>
              <a:spcBef>
                <a:spcPts val="1000"/>
              </a:spcBef>
              <a:spcAft>
                <a:spcPts val="0"/>
              </a:spcAft>
              <a:buClr>
                <a:schemeClr val="dk1"/>
              </a:buClr>
              <a:buSzPts val="2400"/>
              <a:buChar char="•"/>
            </a:pPr>
            <a:r>
              <a:rPr b="1" lang="en-US" sz="2400"/>
              <a:t>One </a:t>
            </a:r>
            <a:r>
              <a:rPr lang="en-US" sz="2400"/>
              <a:t>speech for all committee topics</a:t>
            </a:r>
            <a:endParaRPr b="1" sz="2400"/>
          </a:p>
        </p:txBody>
      </p:sp>
      <p:pic>
        <p:nvPicPr>
          <p:cNvPr descr="The Importance of a Health and Safety Policy - Compliancy Group" id="122" name="Google Shape;122;p4"/>
          <p:cNvPicPr preferRelativeResize="0"/>
          <p:nvPr/>
        </p:nvPicPr>
        <p:blipFill rotWithShape="1">
          <a:blip r:embed="rId3">
            <a:alphaModFix/>
          </a:blip>
          <a:srcRect b="-2" l="26053" r="22717" t="0"/>
          <a:stretch/>
        </p:blipFill>
        <p:spPr>
          <a:xfrm>
            <a:off x="8137882" y="2761488"/>
            <a:ext cx="3941064" cy="4096512"/>
          </a:xfrm>
          <a:prstGeom prst="rect">
            <a:avLst/>
          </a:prstGeom>
          <a:noFill/>
          <a:ln>
            <a:noFill/>
          </a:ln>
        </p:spPr>
      </p:pic>
      <p:pic>
        <p:nvPicPr>
          <p:cNvPr id="123" name="Google Shape;123;p4"/>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9" name="Google Shape;129;p5"/>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Lobbying &amp; Merging</a:t>
            </a:r>
            <a:endParaRPr/>
          </a:p>
        </p:txBody>
      </p:sp>
      <p:sp>
        <p:nvSpPr>
          <p:cNvPr id="130" name="Google Shape;130;p5"/>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1" name="Google Shape;131;p5"/>
          <p:cNvSpPr txBox="1"/>
          <p:nvPr>
            <p:ph idx="1" type="body"/>
          </p:nvPr>
        </p:nvSpPr>
        <p:spPr>
          <a:xfrm>
            <a:off x="572492" y="1865377"/>
            <a:ext cx="7936892" cy="4974335"/>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00000"/>
              </a:lnSpc>
              <a:spcBef>
                <a:spcPts val="0"/>
              </a:spcBef>
              <a:spcAft>
                <a:spcPts val="0"/>
              </a:spcAft>
              <a:buClr>
                <a:schemeClr val="dk1"/>
              </a:buClr>
              <a:buSzPts val="2000"/>
              <a:buChar char="•"/>
            </a:pPr>
            <a:r>
              <a:rPr lang="en-US" sz="2000"/>
              <a:t>Delegates are allowed to move freely around the room and discuss with other delegates</a:t>
            </a:r>
            <a:endParaRPr/>
          </a:p>
          <a:p>
            <a:pPr indent="-228600" lvl="0" marL="228600" rtl="0" algn="just">
              <a:lnSpc>
                <a:spcPct val="100000"/>
              </a:lnSpc>
              <a:spcBef>
                <a:spcPts val="1000"/>
              </a:spcBef>
              <a:spcAft>
                <a:spcPts val="0"/>
              </a:spcAft>
              <a:buClr>
                <a:schemeClr val="dk1"/>
              </a:buClr>
              <a:buSzPts val="2000"/>
              <a:buChar char="•"/>
            </a:pPr>
            <a:r>
              <a:rPr lang="en-US" sz="2000"/>
              <a:t>The goal is to create a collective resolution with everyone’s ideas</a:t>
            </a:r>
            <a:endParaRPr/>
          </a:p>
          <a:p>
            <a:pPr indent="-228600" lvl="0" marL="228600" rtl="0" algn="just">
              <a:lnSpc>
                <a:spcPct val="100000"/>
              </a:lnSpc>
              <a:spcBef>
                <a:spcPts val="1000"/>
              </a:spcBef>
              <a:spcAft>
                <a:spcPts val="0"/>
              </a:spcAft>
              <a:buClr>
                <a:schemeClr val="dk1"/>
              </a:buClr>
              <a:buSzPts val="2000"/>
              <a:buChar char="•"/>
            </a:pPr>
            <a:r>
              <a:rPr lang="en-US" sz="2000"/>
              <a:t>Delegates should create alliances with countries that share the same views as theirs on the corresponding topic</a:t>
            </a:r>
            <a:endParaRPr/>
          </a:p>
          <a:p>
            <a:pPr indent="-228600" lvl="0" marL="228600" rtl="0" algn="just">
              <a:lnSpc>
                <a:spcPct val="100000"/>
              </a:lnSpc>
              <a:spcBef>
                <a:spcPts val="1000"/>
              </a:spcBef>
              <a:spcAft>
                <a:spcPts val="0"/>
              </a:spcAft>
              <a:buClr>
                <a:schemeClr val="dk1"/>
              </a:buClr>
              <a:buSzPts val="2000"/>
              <a:buChar char="•"/>
            </a:pPr>
            <a:r>
              <a:rPr lang="en-US" sz="2000"/>
              <a:t>Formal and English conversations are required at all times</a:t>
            </a:r>
            <a:endParaRPr/>
          </a:p>
          <a:p>
            <a:pPr indent="-228600" lvl="0" marL="228600" rtl="0" algn="just">
              <a:lnSpc>
                <a:spcPct val="100000"/>
              </a:lnSpc>
              <a:spcBef>
                <a:spcPts val="1000"/>
              </a:spcBef>
              <a:spcAft>
                <a:spcPts val="0"/>
              </a:spcAft>
              <a:buClr>
                <a:schemeClr val="dk1"/>
              </a:buClr>
              <a:buSzPts val="2000"/>
              <a:buChar char="•"/>
            </a:pPr>
            <a:r>
              <a:rPr lang="en-US" sz="2000"/>
              <a:t>Resolutions should be in </a:t>
            </a:r>
            <a:r>
              <a:rPr b="1" lang="en-US" sz="2000"/>
              <a:t>UN Resolution format</a:t>
            </a:r>
            <a:endParaRPr/>
          </a:p>
          <a:p>
            <a:pPr indent="-228600" lvl="0" marL="228600" rtl="0" algn="just">
              <a:lnSpc>
                <a:spcPct val="100000"/>
              </a:lnSpc>
              <a:spcBef>
                <a:spcPts val="1000"/>
              </a:spcBef>
              <a:spcAft>
                <a:spcPts val="0"/>
              </a:spcAft>
              <a:buClr>
                <a:schemeClr val="dk1"/>
              </a:buClr>
              <a:buSzPts val="2000"/>
              <a:buChar char="•"/>
            </a:pPr>
            <a:r>
              <a:rPr lang="en-US" sz="2000"/>
              <a:t>Each resolution should have </a:t>
            </a:r>
            <a:r>
              <a:rPr b="1" lang="en-US" sz="2000"/>
              <a:t>at least 4 preambulatory </a:t>
            </a:r>
            <a:r>
              <a:rPr lang="en-US" sz="2000"/>
              <a:t>clauses (stating facts) and</a:t>
            </a:r>
            <a:r>
              <a:rPr b="1" lang="en-US" sz="2000"/>
              <a:t> at least 6 operative </a:t>
            </a:r>
            <a:r>
              <a:rPr lang="en-US" sz="2000"/>
              <a:t>clauses (solutions)</a:t>
            </a:r>
            <a:endParaRPr/>
          </a:p>
          <a:p>
            <a:pPr indent="-228600" lvl="0" marL="228600" rtl="0" algn="just">
              <a:lnSpc>
                <a:spcPct val="100000"/>
              </a:lnSpc>
              <a:spcBef>
                <a:spcPts val="1000"/>
              </a:spcBef>
              <a:spcAft>
                <a:spcPts val="0"/>
              </a:spcAft>
              <a:buClr>
                <a:schemeClr val="dk1"/>
              </a:buClr>
              <a:buSzPts val="2000"/>
              <a:buChar char="•"/>
            </a:pPr>
            <a:r>
              <a:rPr lang="en-US" sz="2000"/>
              <a:t>Around </a:t>
            </a:r>
            <a:r>
              <a:rPr b="1" lang="en-US" sz="2000"/>
              <a:t>1,5 hour / topic </a:t>
            </a:r>
            <a:r>
              <a:rPr lang="en-US" sz="2000"/>
              <a:t>for </a:t>
            </a:r>
            <a:r>
              <a:rPr b="1" lang="en-US" sz="2000"/>
              <a:t>GA</a:t>
            </a:r>
            <a:r>
              <a:rPr lang="en-US" sz="2000"/>
              <a:t> Committees and the </a:t>
            </a:r>
            <a:r>
              <a:rPr b="1" lang="en-US" sz="2000"/>
              <a:t>SC</a:t>
            </a:r>
            <a:endParaRPr/>
          </a:p>
          <a:p>
            <a:pPr indent="-228600" lvl="0" marL="228600" rtl="0" algn="just">
              <a:lnSpc>
                <a:spcPct val="100000"/>
              </a:lnSpc>
              <a:spcBef>
                <a:spcPts val="1000"/>
              </a:spcBef>
              <a:spcAft>
                <a:spcPts val="0"/>
              </a:spcAft>
              <a:buClr>
                <a:schemeClr val="dk1"/>
              </a:buClr>
              <a:buSzPts val="2000"/>
              <a:buChar char="•"/>
            </a:pPr>
            <a:r>
              <a:rPr lang="en-US" sz="2000"/>
              <a:t>Around </a:t>
            </a:r>
            <a:r>
              <a:rPr b="1" lang="en-US" sz="2000"/>
              <a:t>1 hour / topic </a:t>
            </a:r>
            <a:r>
              <a:rPr lang="en-US" sz="2000"/>
              <a:t>for the rest </a:t>
            </a:r>
            <a:r>
              <a:rPr b="1" lang="en-US" sz="2000"/>
              <a:t>non-GA</a:t>
            </a:r>
            <a:r>
              <a:rPr lang="en-US" sz="2000"/>
              <a:t> Committees</a:t>
            </a:r>
            <a:endParaRPr/>
          </a:p>
          <a:p>
            <a:pPr indent="-228600" lvl="0" marL="228600" rtl="0" algn="just">
              <a:lnSpc>
                <a:spcPct val="100000"/>
              </a:lnSpc>
              <a:spcBef>
                <a:spcPts val="1000"/>
              </a:spcBef>
              <a:spcAft>
                <a:spcPts val="0"/>
              </a:spcAft>
              <a:buClr>
                <a:schemeClr val="dk1"/>
              </a:buClr>
              <a:buSzPts val="2000"/>
              <a:buChar char="•"/>
            </a:pPr>
            <a:r>
              <a:rPr lang="en-US" sz="2000"/>
              <a:t>A </a:t>
            </a:r>
            <a:r>
              <a:rPr b="1" lang="en-US" sz="2000"/>
              <a:t>Main-Submitter</a:t>
            </a:r>
            <a:r>
              <a:rPr lang="en-US" sz="2000"/>
              <a:t> must be selected and all other allies co-sign as Co-Sumbitters</a:t>
            </a:r>
            <a:endParaRPr sz="2000"/>
          </a:p>
        </p:txBody>
      </p:sp>
      <p:pic>
        <p:nvPicPr>
          <p:cNvPr descr="Illustration of Two People Engaged in a Heated Argument With Bold  Expressions of Anger and Frustration 49707975 Vector Art at Vecteezy" id="132" name="Google Shape;132;p5"/>
          <p:cNvPicPr preferRelativeResize="0"/>
          <p:nvPr/>
        </p:nvPicPr>
        <p:blipFill rotWithShape="1">
          <a:blip r:embed="rId3">
            <a:alphaModFix/>
          </a:blip>
          <a:srcRect b="0" l="21948" r="20149" t="0"/>
          <a:stretch/>
        </p:blipFill>
        <p:spPr>
          <a:xfrm>
            <a:off x="8597147" y="2458151"/>
            <a:ext cx="3594853" cy="3880226"/>
          </a:xfrm>
          <a:prstGeom prst="rect">
            <a:avLst/>
          </a:prstGeom>
          <a:noFill/>
          <a:ln>
            <a:noFill/>
          </a:ln>
        </p:spPr>
      </p:pic>
      <p:pic>
        <p:nvPicPr>
          <p:cNvPr id="133" name="Google Shape;133;p5"/>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9" name="Google Shape;139;p6"/>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Resolution</a:t>
            </a:r>
            <a:endParaRPr/>
          </a:p>
        </p:txBody>
      </p:sp>
      <p:sp>
        <p:nvSpPr>
          <p:cNvPr id="140" name="Google Shape;140;p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1" name="Google Shape;141;p6"/>
          <p:cNvSpPr txBox="1"/>
          <p:nvPr>
            <p:ph idx="1" type="body"/>
          </p:nvPr>
        </p:nvSpPr>
        <p:spPr>
          <a:xfrm>
            <a:off x="572493" y="1911493"/>
            <a:ext cx="7592486" cy="4774981"/>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100000"/>
              </a:lnSpc>
              <a:spcBef>
                <a:spcPts val="0"/>
              </a:spcBef>
              <a:spcAft>
                <a:spcPts val="0"/>
              </a:spcAft>
              <a:buClr>
                <a:schemeClr val="dk1"/>
              </a:buClr>
              <a:buSzPct val="100000"/>
              <a:buChar char="•"/>
            </a:pPr>
            <a:r>
              <a:rPr i="1" lang="en-US" sz="2400"/>
              <a:t>Preambulatory clauses</a:t>
            </a:r>
            <a:r>
              <a:rPr lang="en-US" sz="2400"/>
              <a:t>: They briefly state the situation (historic background, past UN resolutions and decisions, current events) </a:t>
            </a:r>
            <a:endParaRPr/>
          </a:p>
          <a:p>
            <a:pPr indent="-228600" lvl="0" marL="228600" rtl="0" algn="just">
              <a:lnSpc>
                <a:spcPct val="100000"/>
              </a:lnSpc>
              <a:spcBef>
                <a:spcPts val="1000"/>
              </a:spcBef>
              <a:spcAft>
                <a:spcPts val="0"/>
              </a:spcAft>
              <a:buClr>
                <a:schemeClr val="dk1"/>
              </a:buClr>
              <a:buSzPct val="100000"/>
              <a:buChar char="•"/>
            </a:pPr>
            <a:r>
              <a:rPr i="1" lang="en-US" sz="2400"/>
              <a:t>Operative clauses</a:t>
            </a:r>
            <a:r>
              <a:rPr lang="en-US" sz="2400"/>
              <a:t>: They contain delegates’ solutions to the issue (research by each delegate is needed)</a:t>
            </a:r>
            <a:endParaRPr/>
          </a:p>
          <a:p>
            <a:pPr indent="-228600" lvl="0" marL="228600" rtl="0" algn="just">
              <a:lnSpc>
                <a:spcPct val="100000"/>
              </a:lnSpc>
              <a:spcBef>
                <a:spcPts val="1000"/>
              </a:spcBef>
              <a:spcAft>
                <a:spcPts val="0"/>
              </a:spcAft>
              <a:buClr>
                <a:schemeClr val="dk1"/>
              </a:buClr>
              <a:buSzPct val="100000"/>
              <a:buChar char="•"/>
            </a:pPr>
            <a:r>
              <a:rPr lang="en-US" sz="2400"/>
              <a:t>The opening phrase of a </a:t>
            </a:r>
            <a:r>
              <a:rPr b="1" lang="en-US" sz="2400"/>
              <a:t>preambulatory clause </a:t>
            </a:r>
            <a:r>
              <a:rPr lang="en-US" sz="2400"/>
              <a:t>is in </a:t>
            </a:r>
            <a:r>
              <a:rPr i="1" lang="en-US" sz="2400"/>
              <a:t>italics</a:t>
            </a:r>
            <a:r>
              <a:rPr lang="en-US" sz="2400"/>
              <a:t> </a:t>
            </a:r>
            <a:endParaRPr/>
          </a:p>
          <a:p>
            <a:pPr indent="-228600" lvl="0" marL="228600" rtl="0" algn="just">
              <a:lnSpc>
                <a:spcPct val="100000"/>
              </a:lnSpc>
              <a:spcBef>
                <a:spcPts val="1000"/>
              </a:spcBef>
              <a:spcAft>
                <a:spcPts val="0"/>
              </a:spcAft>
              <a:buClr>
                <a:schemeClr val="dk1"/>
              </a:buClr>
              <a:buSzPct val="100000"/>
              <a:buChar char="•"/>
            </a:pPr>
            <a:r>
              <a:rPr lang="en-US" sz="2400"/>
              <a:t>The opening phrase of an </a:t>
            </a:r>
            <a:r>
              <a:rPr b="1" lang="en-US" sz="2400"/>
              <a:t>operative clause </a:t>
            </a:r>
            <a:r>
              <a:rPr lang="en-US" sz="2400"/>
              <a:t>is </a:t>
            </a:r>
            <a:r>
              <a:rPr b="1" lang="en-US" sz="2400" u="sng"/>
              <a:t>underlined and bold </a:t>
            </a:r>
            <a:endParaRPr/>
          </a:p>
          <a:p>
            <a:pPr indent="-228600" lvl="0" marL="228600" rtl="0" algn="just">
              <a:lnSpc>
                <a:spcPct val="100000"/>
              </a:lnSpc>
              <a:spcBef>
                <a:spcPts val="1000"/>
              </a:spcBef>
              <a:spcAft>
                <a:spcPts val="0"/>
              </a:spcAft>
              <a:buClr>
                <a:schemeClr val="dk1"/>
              </a:buClr>
              <a:buSzPct val="100000"/>
              <a:buChar char="•"/>
            </a:pPr>
            <a:r>
              <a:rPr lang="en-US" sz="2400"/>
              <a:t>A clause can be further split into sub- and sub-sub- clauses</a:t>
            </a:r>
            <a:endParaRPr/>
          </a:p>
          <a:p>
            <a:pPr indent="-228600" lvl="0" marL="228600" rtl="0" algn="just">
              <a:lnSpc>
                <a:spcPct val="100000"/>
              </a:lnSpc>
              <a:spcBef>
                <a:spcPts val="1000"/>
              </a:spcBef>
              <a:spcAft>
                <a:spcPts val="0"/>
              </a:spcAft>
              <a:buClr>
                <a:schemeClr val="dk1"/>
              </a:buClr>
              <a:buSzPct val="100000"/>
              <a:buChar char="•"/>
            </a:pPr>
            <a:r>
              <a:rPr lang="en-US" sz="2400"/>
              <a:t>Semi-colons (;) separate two full clause</a:t>
            </a:r>
            <a:endParaRPr/>
          </a:p>
          <a:p>
            <a:pPr indent="-228600" lvl="0" marL="228600" rtl="0" algn="just">
              <a:lnSpc>
                <a:spcPct val="100000"/>
              </a:lnSpc>
              <a:spcBef>
                <a:spcPts val="1000"/>
              </a:spcBef>
              <a:spcAft>
                <a:spcPts val="0"/>
              </a:spcAft>
              <a:buClr>
                <a:schemeClr val="dk1"/>
              </a:buClr>
              <a:buSzPct val="100000"/>
              <a:buChar char="•"/>
            </a:pPr>
            <a:r>
              <a:rPr lang="en-US" sz="2400"/>
              <a:t>Colons (:) separate a clause from its sub-clauses</a:t>
            </a:r>
            <a:endParaRPr/>
          </a:p>
          <a:p>
            <a:pPr indent="-228600" lvl="0" marL="228600" rtl="0" algn="just">
              <a:lnSpc>
                <a:spcPct val="100000"/>
              </a:lnSpc>
              <a:spcBef>
                <a:spcPts val="1000"/>
              </a:spcBef>
              <a:spcAft>
                <a:spcPts val="0"/>
              </a:spcAft>
              <a:buClr>
                <a:schemeClr val="dk1"/>
              </a:buClr>
              <a:buSzPct val="100000"/>
              <a:buChar char="•"/>
            </a:pPr>
            <a:r>
              <a:rPr lang="en-US" sz="2400"/>
              <a:t>The only full stop (.) comes after the final operative clause.</a:t>
            </a:r>
            <a:endParaRPr/>
          </a:p>
          <a:p>
            <a:pPr indent="-228600" lvl="0" marL="228600" rtl="0" algn="just">
              <a:lnSpc>
                <a:spcPct val="100000"/>
              </a:lnSpc>
              <a:spcBef>
                <a:spcPts val="1000"/>
              </a:spcBef>
              <a:spcAft>
                <a:spcPts val="0"/>
              </a:spcAft>
              <a:buClr>
                <a:schemeClr val="dk1"/>
              </a:buClr>
              <a:buSzPct val="100000"/>
              <a:buChar char="•"/>
            </a:pPr>
            <a:r>
              <a:rPr lang="en-US" sz="2400"/>
              <a:t>The correct font and size for resolutions is Arial, size 12</a:t>
            </a:r>
            <a:endParaRPr/>
          </a:p>
          <a:p>
            <a:pPr indent="-87630" lvl="0" marL="228600" rtl="0" algn="just">
              <a:lnSpc>
                <a:spcPct val="100000"/>
              </a:lnSpc>
              <a:spcBef>
                <a:spcPts val="1000"/>
              </a:spcBef>
              <a:spcAft>
                <a:spcPts val="0"/>
              </a:spcAft>
              <a:buClr>
                <a:schemeClr val="dk1"/>
              </a:buClr>
              <a:buSzPct val="100000"/>
              <a:buNone/>
            </a:pPr>
            <a:r>
              <a:t/>
            </a:r>
            <a:endParaRPr sz="2400"/>
          </a:p>
        </p:txBody>
      </p:sp>
      <p:pic>
        <p:nvPicPr>
          <p:cNvPr descr="Five easy solutions for business consultants | IED | Project Updates" id="142" name="Google Shape;142;p6"/>
          <p:cNvPicPr preferRelativeResize="0"/>
          <p:nvPr/>
        </p:nvPicPr>
        <p:blipFill rotWithShape="1">
          <a:blip r:embed="rId3">
            <a:alphaModFix/>
          </a:blip>
          <a:srcRect b="0" l="15518" r="23391" t="0"/>
          <a:stretch/>
        </p:blipFill>
        <p:spPr>
          <a:xfrm>
            <a:off x="8168027" y="2626539"/>
            <a:ext cx="3941064" cy="4096512"/>
          </a:xfrm>
          <a:prstGeom prst="rect">
            <a:avLst/>
          </a:prstGeom>
          <a:noFill/>
          <a:ln>
            <a:noFill/>
          </a:ln>
        </p:spPr>
      </p:pic>
      <p:pic>
        <p:nvPicPr>
          <p:cNvPr id="143" name="Google Shape;143;p6"/>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0E4F5"/>
            </a:gs>
            <a:gs pos="23000">
              <a:srgbClr val="C0E4F5"/>
            </a:gs>
            <a:gs pos="100000">
              <a:srgbClr val="FF0000">
                <a:alpha val="40000"/>
              </a:srgbClr>
            </a:gs>
          </a:gsLst>
          <a:lin ang="5400000" scaled="0"/>
        </a:gradFill>
      </p:bgPr>
    </p:bg>
    <p:spTree>
      <p:nvGrpSpPr>
        <p:cNvPr id="147" name="Shape 147"/>
        <p:cNvGrpSpPr/>
        <p:nvPr/>
      </p:nvGrpSpPr>
      <p:grpSpPr>
        <a:xfrm>
          <a:off x="0" y="0"/>
          <a:ext cx="0" cy="0"/>
          <a:chOff x="0" y="0"/>
          <a:chExt cx="0" cy="0"/>
        </a:xfrm>
      </p:grpSpPr>
      <p:sp>
        <p:nvSpPr>
          <p:cNvPr id="148" name="Google Shape;148;p7"/>
          <p:cNvSpPr txBox="1"/>
          <p:nvPr>
            <p:ph type="title"/>
          </p:nvPr>
        </p:nvSpPr>
        <p:spPr>
          <a:xfrm>
            <a:off x="838200" y="365125"/>
            <a:ext cx="356665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49" name="Google Shape;149;p7"/>
          <p:cNvSpPr txBox="1"/>
          <p:nvPr>
            <p:ph idx="1" type="body"/>
          </p:nvPr>
        </p:nvSpPr>
        <p:spPr>
          <a:xfrm>
            <a:off x="838200" y="1825625"/>
            <a:ext cx="3566652"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50" name="Google Shape;150;p7"/>
          <p:cNvPicPr preferRelativeResize="0"/>
          <p:nvPr/>
        </p:nvPicPr>
        <p:blipFill rotWithShape="1">
          <a:blip r:embed="rId3">
            <a:alphaModFix/>
          </a:blip>
          <a:srcRect b="0" l="0" r="0" t="0"/>
          <a:stretch/>
        </p:blipFill>
        <p:spPr>
          <a:xfrm>
            <a:off x="10891002" y="0"/>
            <a:ext cx="1300998" cy="1300998"/>
          </a:xfrm>
          <a:prstGeom prst="rect">
            <a:avLst/>
          </a:prstGeom>
          <a:noFill/>
          <a:ln>
            <a:noFill/>
          </a:ln>
        </p:spPr>
      </p:pic>
      <p:pic>
        <p:nvPicPr>
          <p:cNvPr id="151" name="Google Shape;151;p7"/>
          <p:cNvPicPr preferRelativeResize="0"/>
          <p:nvPr/>
        </p:nvPicPr>
        <p:blipFill rotWithShape="1">
          <a:blip r:embed="rId4">
            <a:alphaModFix/>
          </a:blip>
          <a:srcRect b="0" l="0" r="0" t="0"/>
          <a:stretch/>
        </p:blipFill>
        <p:spPr>
          <a:xfrm>
            <a:off x="0" y="0"/>
            <a:ext cx="5338916" cy="6834196"/>
          </a:xfrm>
          <a:prstGeom prst="rect">
            <a:avLst/>
          </a:prstGeom>
          <a:noFill/>
          <a:ln>
            <a:noFill/>
          </a:ln>
        </p:spPr>
      </p:pic>
      <p:sp>
        <p:nvSpPr>
          <p:cNvPr id="152" name="Google Shape;152;p7"/>
          <p:cNvSpPr/>
          <p:nvPr/>
        </p:nvSpPr>
        <p:spPr>
          <a:xfrm>
            <a:off x="5338916" y="2261419"/>
            <a:ext cx="668594" cy="4572777"/>
          </a:xfrm>
          <a:prstGeom prst="rightBrace">
            <a:avLst>
              <a:gd fmla="val 8333" name="adj1"/>
              <a:gd fmla="val 50000" name="adj2"/>
            </a:avLst>
          </a:prstGeom>
          <a:noFill/>
          <a:ln cap="flat" cmpd="sng" w="190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3" name="Google Shape;153;p7"/>
          <p:cNvSpPr/>
          <p:nvPr/>
        </p:nvSpPr>
        <p:spPr>
          <a:xfrm>
            <a:off x="5338916" y="1465006"/>
            <a:ext cx="668594" cy="668594"/>
          </a:xfrm>
          <a:prstGeom prst="rightBrace">
            <a:avLst>
              <a:gd fmla="val 8333" name="adj1"/>
              <a:gd fmla="val 50000" name="adj2"/>
            </a:avLst>
          </a:prstGeom>
          <a:noFill/>
          <a:ln cap="flat" cmpd="sng" w="19050">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4" name="Google Shape;154;p7"/>
          <p:cNvSpPr/>
          <p:nvPr/>
        </p:nvSpPr>
        <p:spPr>
          <a:xfrm>
            <a:off x="5338916" y="0"/>
            <a:ext cx="373626" cy="1081548"/>
          </a:xfrm>
          <a:prstGeom prst="rightBracket">
            <a:avLst>
              <a:gd fmla="val 8333" name="adj"/>
            </a:avLst>
          </a:prstGeom>
          <a:noFill/>
          <a:ln cap="flat" cmpd="sng" w="1905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5" name="Google Shape;155;p7"/>
          <p:cNvSpPr txBox="1"/>
          <p:nvPr/>
        </p:nvSpPr>
        <p:spPr>
          <a:xfrm>
            <a:off x="5860026" y="344129"/>
            <a:ext cx="34314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Heading</a:t>
            </a:r>
            <a:endParaRPr/>
          </a:p>
        </p:txBody>
      </p:sp>
      <p:sp>
        <p:nvSpPr>
          <p:cNvPr id="156" name="Google Shape;156;p7"/>
          <p:cNvSpPr txBox="1"/>
          <p:nvPr/>
        </p:nvSpPr>
        <p:spPr>
          <a:xfrm>
            <a:off x="6096000" y="1465006"/>
            <a:ext cx="40508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Preambulatory Clauses</a:t>
            </a:r>
            <a:endParaRPr/>
          </a:p>
        </p:txBody>
      </p:sp>
      <p:sp>
        <p:nvSpPr>
          <p:cNvPr id="157" name="Google Shape;157;p7"/>
          <p:cNvSpPr txBox="1"/>
          <p:nvPr/>
        </p:nvSpPr>
        <p:spPr>
          <a:xfrm>
            <a:off x="6272980" y="4175282"/>
            <a:ext cx="440485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Operative Clauses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Two speaker debate and argue on a podium. Vector illustration depicts  concept of argument, political point of view, disagreement, discussion,  different opinions, and presentation. 25904531 Vector Art at Vecteezy" id="162" name="Google Shape;162;p8"/>
          <p:cNvPicPr preferRelativeResize="0"/>
          <p:nvPr/>
        </p:nvPicPr>
        <p:blipFill rotWithShape="1">
          <a:blip r:embed="rId3">
            <a:alphaModFix amt="50000"/>
          </a:blip>
          <a:srcRect b="0" l="0" r="0" t="0"/>
          <a:stretch/>
        </p:blipFill>
        <p:spPr>
          <a:xfrm>
            <a:off x="0" y="-1270000"/>
            <a:ext cx="12192000" cy="8128000"/>
          </a:xfrm>
          <a:prstGeom prst="rect">
            <a:avLst/>
          </a:prstGeom>
          <a:noFill/>
          <a:ln>
            <a:noFill/>
          </a:ln>
        </p:spPr>
      </p:pic>
      <p:sp>
        <p:nvSpPr>
          <p:cNvPr id="163" name="Google Shape;163;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Debate Modes</a:t>
            </a:r>
            <a:endParaRPr/>
          </a:p>
        </p:txBody>
      </p:sp>
      <p:sp>
        <p:nvSpPr>
          <p:cNvPr id="164" name="Google Shape;164;p8"/>
          <p:cNvSpPr txBox="1"/>
          <p:nvPr>
            <p:ph idx="1" type="body"/>
          </p:nvPr>
        </p:nvSpPr>
        <p:spPr>
          <a:xfrm>
            <a:off x="839788" y="1690688"/>
            <a:ext cx="5157787" cy="823912"/>
          </a:xfrm>
          <a:prstGeom prst="rect">
            <a:avLst/>
          </a:prstGeom>
          <a:noFill/>
          <a:ln cap="flat" cmpd="sng" w="9525">
            <a:solidFill>
              <a:schemeClr val="accent2"/>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t>Open Debate</a:t>
            </a:r>
            <a:endParaRPr/>
          </a:p>
        </p:txBody>
      </p:sp>
      <p:sp>
        <p:nvSpPr>
          <p:cNvPr id="165" name="Google Shape;165;p8"/>
          <p:cNvSpPr txBox="1"/>
          <p:nvPr>
            <p:ph idx="2" type="body"/>
          </p:nvPr>
        </p:nvSpPr>
        <p:spPr>
          <a:xfrm>
            <a:off x="839788" y="2505075"/>
            <a:ext cx="5157787" cy="3684588"/>
          </a:xfrm>
          <a:prstGeom prst="rect">
            <a:avLst/>
          </a:prstGeom>
          <a:noFill/>
          <a:ln cap="flat" cmpd="sng" w="9525">
            <a:solidFill>
              <a:schemeClr val="accent2"/>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228600" lvl="0" marL="228600" rtl="0" algn="just">
              <a:lnSpc>
                <a:spcPct val="120000"/>
              </a:lnSpc>
              <a:spcBef>
                <a:spcPts val="0"/>
              </a:spcBef>
              <a:spcAft>
                <a:spcPts val="0"/>
              </a:spcAft>
              <a:buClr>
                <a:schemeClr val="dk1"/>
              </a:buClr>
              <a:buSzPct val="100000"/>
              <a:buChar char="•"/>
            </a:pPr>
            <a:r>
              <a:rPr lang="en-US"/>
              <a:t>During open debate any delegate can take the floor without restriction based on their position and make a speech </a:t>
            </a:r>
            <a:endParaRPr/>
          </a:p>
          <a:p>
            <a:pPr indent="-64135" lvl="0" marL="228600" rtl="0" algn="just">
              <a:lnSpc>
                <a:spcPct val="120000"/>
              </a:lnSpc>
              <a:spcBef>
                <a:spcPts val="1000"/>
              </a:spcBef>
              <a:spcAft>
                <a:spcPts val="0"/>
              </a:spcAft>
              <a:buClr>
                <a:schemeClr val="dk1"/>
              </a:buClr>
              <a:buSzPct val="100000"/>
              <a:buNone/>
            </a:pPr>
            <a:r>
              <a:t/>
            </a:r>
            <a:endParaRPr/>
          </a:p>
          <a:p>
            <a:pPr indent="-228600" lvl="0" marL="228600" rtl="0" algn="just">
              <a:lnSpc>
                <a:spcPct val="120000"/>
              </a:lnSpc>
              <a:spcBef>
                <a:spcPts val="1000"/>
              </a:spcBef>
              <a:spcAft>
                <a:spcPts val="0"/>
              </a:spcAft>
              <a:buClr>
                <a:schemeClr val="dk1"/>
              </a:buClr>
              <a:buSzPct val="100000"/>
              <a:buChar char="•"/>
            </a:pPr>
            <a:r>
              <a:rPr lang="en-US"/>
              <a:t>This format is used for the duration of the main procedure</a:t>
            </a:r>
            <a:endParaRPr/>
          </a:p>
        </p:txBody>
      </p:sp>
      <p:sp>
        <p:nvSpPr>
          <p:cNvPr id="166" name="Google Shape;166;p8"/>
          <p:cNvSpPr txBox="1"/>
          <p:nvPr>
            <p:ph idx="3" type="body"/>
          </p:nvPr>
        </p:nvSpPr>
        <p:spPr>
          <a:xfrm>
            <a:off x="6169024" y="1681163"/>
            <a:ext cx="5183188" cy="823912"/>
          </a:xfrm>
          <a:prstGeom prst="rect">
            <a:avLst/>
          </a:prstGeom>
          <a:noFill/>
          <a:ln cap="flat" cmpd="sng" w="9525">
            <a:solidFill>
              <a:schemeClr val="accent2"/>
            </a:solidFill>
            <a:prstDash val="solid"/>
            <a:round/>
            <a:headEnd len="sm" w="sm" type="none"/>
            <a:tailEnd len="sm" w="sm" type="none"/>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t>Closed Debate</a:t>
            </a:r>
            <a:endParaRPr/>
          </a:p>
        </p:txBody>
      </p:sp>
      <p:sp>
        <p:nvSpPr>
          <p:cNvPr id="167" name="Google Shape;167;p8"/>
          <p:cNvSpPr txBox="1"/>
          <p:nvPr>
            <p:ph idx="4" type="body"/>
          </p:nvPr>
        </p:nvSpPr>
        <p:spPr>
          <a:xfrm>
            <a:off x="6172200" y="2505075"/>
            <a:ext cx="5183188" cy="3684588"/>
          </a:xfrm>
          <a:prstGeom prst="rect">
            <a:avLst/>
          </a:prstGeom>
          <a:noFill/>
          <a:ln cap="flat" cmpd="sng" w="9525">
            <a:solidFill>
              <a:schemeClr val="accent2"/>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Char char="•"/>
            </a:pPr>
            <a:r>
              <a:rPr lang="en-US"/>
              <a:t>During close debate time is equally divided between time in favor and against</a:t>
            </a:r>
            <a:endParaRPr/>
          </a:p>
          <a:p>
            <a:pPr indent="-64135" lvl="0" marL="228600" rtl="0" algn="l">
              <a:lnSpc>
                <a:spcPct val="100000"/>
              </a:lnSpc>
              <a:spcBef>
                <a:spcPts val="1000"/>
              </a:spcBef>
              <a:spcAft>
                <a:spcPts val="0"/>
              </a:spcAft>
              <a:buClr>
                <a:schemeClr val="dk1"/>
              </a:buClr>
              <a:buSzPct val="100000"/>
              <a:buNone/>
            </a:pPr>
            <a:r>
              <a:t/>
            </a:r>
            <a:endParaRPr/>
          </a:p>
          <a:p>
            <a:pPr indent="-228600" lvl="0" marL="228600" rtl="0" algn="l">
              <a:lnSpc>
                <a:spcPct val="100000"/>
              </a:lnSpc>
              <a:spcBef>
                <a:spcPts val="1000"/>
              </a:spcBef>
              <a:spcAft>
                <a:spcPts val="0"/>
              </a:spcAft>
              <a:buClr>
                <a:schemeClr val="dk1"/>
              </a:buClr>
              <a:buSzPct val="100000"/>
              <a:buChar char="•"/>
            </a:pPr>
            <a:r>
              <a:rPr lang="en-US"/>
              <a:t>Delegates take the floor with their intentions known to the house</a:t>
            </a:r>
            <a:endParaRPr/>
          </a:p>
          <a:p>
            <a:pPr indent="-64135" lvl="0" marL="228600" rtl="0" algn="l">
              <a:lnSpc>
                <a:spcPct val="100000"/>
              </a:lnSpc>
              <a:spcBef>
                <a:spcPts val="1000"/>
              </a:spcBef>
              <a:spcAft>
                <a:spcPts val="0"/>
              </a:spcAft>
              <a:buClr>
                <a:schemeClr val="dk1"/>
              </a:buClr>
              <a:buSzPct val="100000"/>
              <a:buNone/>
            </a:pPr>
            <a:r>
              <a:t/>
            </a:r>
            <a:endParaRPr/>
          </a:p>
          <a:p>
            <a:pPr indent="-228600" lvl="0" marL="228600" rtl="0" algn="l">
              <a:lnSpc>
                <a:spcPct val="100000"/>
              </a:lnSpc>
              <a:spcBef>
                <a:spcPts val="1000"/>
              </a:spcBef>
              <a:spcAft>
                <a:spcPts val="0"/>
              </a:spcAft>
              <a:buClr>
                <a:schemeClr val="dk1"/>
              </a:buClr>
              <a:buSzPct val="100000"/>
              <a:buChar char="•"/>
            </a:pPr>
            <a:r>
              <a:rPr lang="en-US"/>
              <a:t>Used for amendments</a:t>
            </a:r>
            <a:endParaRPr/>
          </a:p>
        </p:txBody>
      </p:sp>
      <p:pic>
        <p:nvPicPr>
          <p:cNvPr id="168" name="Google Shape;168;p8"/>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cxnSp>
        <p:nvCxnSpPr>
          <p:cNvPr id="169" name="Google Shape;169;p8"/>
          <p:cNvCxnSpPr/>
          <p:nvPr/>
        </p:nvCxnSpPr>
        <p:spPr>
          <a:xfrm>
            <a:off x="924233" y="1504335"/>
            <a:ext cx="9134167" cy="0"/>
          </a:xfrm>
          <a:prstGeom prst="straightConnector1">
            <a:avLst/>
          </a:prstGeom>
          <a:noFill/>
          <a:ln cap="flat" cmpd="sng" w="25400">
            <a:solidFill>
              <a:schemeClr val="accent2"/>
            </a:solidFill>
            <a:prstDash val="solid"/>
            <a:miter lim="8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 name="Google Shape;175;p9"/>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Amendments</a:t>
            </a:r>
            <a:endParaRPr/>
          </a:p>
        </p:txBody>
      </p:sp>
      <p:sp>
        <p:nvSpPr>
          <p:cNvPr id="176" name="Google Shape;176;p9"/>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 name="Google Shape;177;p9"/>
          <p:cNvSpPr txBox="1"/>
          <p:nvPr>
            <p:ph idx="1" type="body"/>
          </p:nvPr>
        </p:nvSpPr>
        <p:spPr>
          <a:xfrm>
            <a:off x="572493" y="2071315"/>
            <a:ext cx="7626962" cy="454814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110000"/>
              </a:lnSpc>
              <a:spcBef>
                <a:spcPts val="0"/>
              </a:spcBef>
              <a:spcAft>
                <a:spcPts val="0"/>
              </a:spcAft>
              <a:buClr>
                <a:schemeClr val="dk1"/>
              </a:buClr>
              <a:buSzPct val="100000"/>
              <a:buChar char="•"/>
            </a:pPr>
            <a:r>
              <a:rPr lang="en-US" sz="2400"/>
              <a:t>An amendment is made when a delegation wants to change something about the resolution being debated at the time</a:t>
            </a:r>
            <a:endParaRPr/>
          </a:p>
          <a:p>
            <a:pPr indent="-228600" lvl="0" marL="228600" rtl="0" algn="just">
              <a:lnSpc>
                <a:spcPct val="110000"/>
              </a:lnSpc>
              <a:spcBef>
                <a:spcPts val="1000"/>
              </a:spcBef>
              <a:spcAft>
                <a:spcPts val="0"/>
              </a:spcAft>
              <a:buClr>
                <a:schemeClr val="dk1"/>
              </a:buClr>
              <a:buSzPct val="100000"/>
              <a:buChar char="•"/>
            </a:pPr>
            <a:r>
              <a:rPr lang="en-US" sz="2400"/>
              <a:t>When an amendment is proposed debate time is paused and it gets displayed on the board</a:t>
            </a:r>
            <a:endParaRPr/>
          </a:p>
          <a:p>
            <a:pPr indent="-228600" lvl="0" marL="228600" rtl="0" algn="just">
              <a:lnSpc>
                <a:spcPct val="110000"/>
              </a:lnSpc>
              <a:spcBef>
                <a:spcPts val="1000"/>
              </a:spcBef>
              <a:spcAft>
                <a:spcPts val="0"/>
              </a:spcAft>
              <a:buClr>
                <a:schemeClr val="dk1"/>
              </a:buClr>
              <a:buSzPct val="100000"/>
              <a:buChar char="•"/>
            </a:pPr>
            <a:r>
              <a:rPr lang="en-US" sz="2400"/>
              <a:t>The submitter is called to present the amendment</a:t>
            </a:r>
            <a:endParaRPr/>
          </a:p>
          <a:p>
            <a:pPr indent="-228600" lvl="0" marL="228600" rtl="0" algn="just">
              <a:lnSpc>
                <a:spcPct val="110000"/>
              </a:lnSpc>
              <a:spcBef>
                <a:spcPts val="1000"/>
              </a:spcBef>
              <a:spcAft>
                <a:spcPts val="0"/>
              </a:spcAft>
              <a:buClr>
                <a:schemeClr val="dk1"/>
              </a:buClr>
              <a:buSzPct val="100000"/>
              <a:buChar char="•"/>
            </a:pPr>
            <a:r>
              <a:rPr lang="en-US" sz="2400"/>
              <a:t>The Chairs set debate time on the amendment with specific number of speeches in favor and against (closed debate time)</a:t>
            </a:r>
            <a:endParaRPr/>
          </a:p>
          <a:p>
            <a:pPr indent="-228600" lvl="0" marL="228600" rtl="0" algn="just">
              <a:lnSpc>
                <a:spcPct val="110000"/>
              </a:lnSpc>
              <a:spcBef>
                <a:spcPts val="1000"/>
              </a:spcBef>
              <a:spcAft>
                <a:spcPts val="0"/>
              </a:spcAft>
              <a:buClr>
                <a:schemeClr val="dk1"/>
              </a:buClr>
              <a:buSzPct val="100000"/>
              <a:buChar char="•"/>
            </a:pPr>
            <a:r>
              <a:rPr lang="en-US" sz="2400"/>
              <a:t>The rest of the procedure is the same as when debating a resolution</a:t>
            </a:r>
            <a:endParaRPr/>
          </a:p>
          <a:p>
            <a:pPr indent="-228600" lvl="0" marL="228600" rtl="0" algn="just">
              <a:lnSpc>
                <a:spcPct val="110000"/>
              </a:lnSpc>
              <a:spcBef>
                <a:spcPts val="1000"/>
              </a:spcBef>
              <a:spcAft>
                <a:spcPts val="0"/>
              </a:spcAft>
              <a:buClr>
                <a:schemeClr val="dk1"/>
              </a:buClr>
              <a:buSzPct val="100000"/>
              <a:buChar char="•"/>
            </a:pPr>
            <a:r>
              <a:rPr lang="en-US" sz="2400"/>
              <a:t>If the amendment passes it is adopted in the resolution</a:t>
            </a:r>
            <a:endParaRPr/>
          </a:p>
        </p:txBody>
      </p:sp>
      <p:pic>
        <p:nvPicPr>
          <p:cNvPr id="178" name="Google Shape;178;p9"/>
          <p:cNvPicPr preferRelativeResize="0"/>
          <p:nvPr/>
        </p:nvPicPr>
        <p:blipFill rotWithShape="1">
          <a:blip r:embed="rId3">
            <a:alphaModFix/>
          </a:blip>
          <a:srcRect b="0" l="0" r="0" t="0"/>
          <a:stretch/>
        </p:blipFill>
        <p:spPr>
          <a:xfrm>
            <a:off x="10891002" y="0"/>
            <a:ext cx="1300998" cy="1300998"/>
          </a:xfrm>
          <a:prstGeom prst="rect">
            <a:avLst/>
          </a:prstGeom>
          <a:noFill/>
          <a:ln>
            <a:noFill/>
          </a:ln>
        </p:spPr>
      </p:pic>
      <p:pic>
        <p:nvPicPr>
          <p:cNvPr descr="Thinking" id="179" name="Google Shape;179;p9"/>
          <p:cNvPicPr preferRelativeResize="0"/>
          <p:nvPr/>
        </p:nvPicPr>
        <p:blipFill rotWithShape="1">
          <a:blip r:embed="rId4">
            <a:alphaModFix/>
          </a:blip>
          <a:srcRect b="0" l="0" r="0" t="0"/>
          <a:stretch/>
        </p:blipFill>
        <p:spPr>
          <a:xfrm>
            <a:off x="8313490" y="2071315"/>
            <a:ext cx="3875462" cy="48055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p1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 name="Google Shape;185;p10"/>
          <p:cNvSpPr txBox="1"/>
          <p:nvPr>
            <p:ph type="title"/>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Amendments</a:t>
            </a:r>
            <a:endParaRPr/>
          </a:p>
        </p:txBody>
      </p:sp>
      <p:pic>
        <p:nvPicPr>
          <p:cNvPr descr="Minions personagens | Humor dos minions, Minions meu malvado favorito,  Minions sinceros" id="186" name="Google Shape;186;p10"/>
          <p:cNvPicPr preferRelativeResize="0"/>
          <p:nvPr/>
        </p:nvPicPr>
        <p:blipFill rotWithShape="1">
          <a:blip r:embed="rId3">
            <a:alphaModFix/>
          </a:blip>
          <a:srcRect b="0" l="6806" r="4710"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87" name="Google Shape;187;p10"/>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10"/>
          <p:cNvSpPr txBox="1"/>
          <p:nvPr>
            <p:ph idx="1" type="body"/>
          </p:nvPr>
        </p:nvSpPr>
        <p:spPr>
          <a:xfrm>
            <a:off x="4404852" y="2441448"/>
            <a:ext cx="7643122" cy="4416552"/>
          </a:xfrm>
          <a:prstGeom prst="rect">
            <a:avLst/>
          </a:prstGeom>
          <a:noFill/>
          <a:ln>
            <a:noFill/>
          </a:ln>
        </p:spPr>
        <p:txBody>
          <a:bodyPr anchorCtr="0" anchor="t" bIns="45700" lIns="91425" spcFirstLastPara="1" rIns="91425" wrap="square" tIns="45700">
            <a:normAutofit/>
          </a:bodyPr>
          <a:lstStyle/>
          <a:p>
            <a:pPr indent="-228600" lvl="0" marL="228600" rtl="0" algn="just">
              <a:lnSpc>
                <a:spcPct val="120000"/>
              </a:lnSpc>
              <a:spcBef>
                <a:spcPts val="0"/>
              </a:spcBef>
              <a:spcAft>
                <a:spcPts val="0"/>
              </a:spcAft>
              <a:buClr>
                <a:schemeClr val="dk1"/>
              </a:buClr>
              <a:buSzPts val="2000"/>
              <a:buChar char="•"/>
            </a:pPr>
            <a:r>
              <a:rPr b="1" lang="en-US" sz="2000"/>
              <a:t>First-degree amendment:</a:t>
            </a:r>
            <a:endParaRPr/>
          </a:p>
          <a:p>
            <a:pPr indent="-457200" lvl="1" marL="914400" rtl="0" algn="just">
              <a:lnSpc>
                <a:spcPct val="120000"/>
              </a:lnSpc>
              <a:spcBef>
                <a:spcPts val="500"/>
              </a:spcBef>
              <a:spcAft>
                <a:spcPts val="0"/>
              </a:spcAft>
              <a:buClr>
                <a:schemeClr val="dk1"/>
              </a:buClr>
              <a:buSzPts val="2000"/>
              <a:buFont typeface="Play"/>
              <a:buAutoNum type="alphaLcPeriod"/>
            </a:pPr>
            <a:r>
              <a:rPr lang="en-US" sz="2000"/>
              <a:t>Add a clause</a:t>
            </a:r>
            <a:endParaRPr/>
          </a:p>
          <a:p>
            <a:pPr indent="-457200" lvl="1" marL="914400" rtl="0" algn="just">
              <a:lnSpc>
                <a:spcPct val="120000"/>
              </a:lnSpc>
              <a:spcBef>
                <a:spcPts val="500"/>
              </a:spcBef>
              <a:spcAft>
                <a:spcPts val="0"/>
              </a:spcAft>
              <a:buClr>
                <a:schemeClr val="dk1"/>
              </a:buClr>
              <a:buSzPts val="2000"/>
              <a:buFont typeface="Play"/>
              <a:buAutoNum type="alphaLcPeriod"/>
            </a:pPr>
            <a:r>
              <a:rPr lang="en-US" sz="2000"/>
              <a:t>Strike out a clause</a:t>
            </a:r>
            <a:endParaRPr/>
          </a:p>
          <a:p>
            <a:pPr indent="-457200" lvl="1" marL="914400" rtl="0" algn="just">
              <a:lnSpc>
                <a:spcPct val="120000"/>
              </a:lnSpc>
              <a:spcBef>
                <a:spcPts val="500"/>
              </a:spcBef>
              <a:spcAft>
                <a:spcPts val="0"/>
              </a:spcAft>
              <a:buClr>
                <a:schemeClr val="dk1"/>
              </a:buClr>
              <a:buSzPts val="2000"/>
              <a:buFont typeface="Play"/>
              <a:buAutoNum type="alphaLcPeriod"/>
            </a:pPr>
            <a:r>
              <a:rPr lang="en-US" sz="2000"/>
              <a:t>Amend a clause</a:t>
            </a:r>
            <a:endParaRPr/>
          </a:p>
          <a:p>
            <a:pPr indent="-228600" lvl="0" marL="228600" rtl="0" algn="just">
              <a:lnSpc>
                <a:spcPct val="120000"/>
              </a:lnSpc>
              <a:spcBef>
                <a:spcPts val="1000"/>
              </a:spcBef>
              <a:spcAft>
                <a:spcPts val="0"/>
              </a:spcAft>
              <a:buClr>
                <a:schemeClr val="dk1"/>
              </a:buClr>
              <a:buSzPts val="2000"/>
              <a:buChar char="•"/>
            </a:pPr>
            <a:r>
              <a:rPr b="1" lang="en-US" sz="2000"/>
              <a:t>Second-degree amendment: </a:t>
            </a:r>
            <a:r>
              <a:rPr lang="en-US" sz="2000"/>
              <a:t>An amendment to the amendment being debated at the time</a:t>
            </a:r>
            <a:endParaRPr/>
          </a:p>
          <a:p>
            <a:pPr indent="-228600" lvl="0" marL="228600" rtl="0" algn="just">
              <a:lnSpc>
                <a:spcPct val="120000"/>
              </a:lnSpc>
              <a:spcBef>
                <a:spcPts val="1000"/>
              </a:spcBef>
              <a:spcAft>
                <a:spcPts val="0"/>
              </a:spcAft>
              <a:buClr>
                <a:schemeClr val="dk1"/>
              </a:buClr>
              <a:buSzPts val="2000"/>
              <a:buChar char="•"/>
            </a:pPr>
            <a:r>
              <a:rPr b="1" lang="en-US" sz="2000"/>
              <a:t>Friendly amendment:</a:t>
            </a:r>
            <a:endParaRPr/>
          </a:p>
          <a:p>
            <a:pPr indent="-457200" lvl="1" marL="914400" rtl="0" algn="just">
              <a:lnSpc>
                <a:spcPct val="120000"/>
              </a:lnSpc>
              <a:spcBef>
                <a:spcPts val="500"/>
              </a:spcBef>
              <a:spcAft>
                <a:spcPts val="0"/>
              </a:spcAft>
              <a:buClr>
                <a:schemeClr val="dk1"/>
              </a:buClr>
              <a:buSzPts val="2000"/>
              <a:buFont typeface="Play"/>
              <a:buAutoNum type="alphaLcPeriod"/>
            </a:pPr>
            <a:r>
              <a:rPr lang="en-US" sz="2000"/>
              <a:t>Corrects minor issues</a:t>
            </a:r>
            <a:endParaRPr/>
          </a:p>
          <a:p>
            <a:pPr indent="-457200" lvl="1" marL="914400" rtl="0" algn="just">
              <a:lnSpc>
                <a:spcPct val="120000"/>
              </a:lnSpc>
              <a:spcBef>
                <a:spcPts val="500"/>
              </a:spcBef>
              <a:spcAft>
                <a:spcPts val="0"/>
              </a:spcAft>
              <a:buClr>
                <a:schemeClr val="dk1"/>
              </a:buClr>
              <a:buSzPts val="2000"/>
              <a:buFont typeface="Play"/>
              <a:buAutoNum type="alphaLcPeriod"/>
            </a:pPr>
            <a:r>
              <a:rPr lang="en-US" sz="2000"/>
              <a:t>If the main submitter of the resolution agrees it passes automatically , if not , the debate on the amendment begins</a:t>
            </a:r>
            <a:endParaRPr/>
          </a:p>
        </p:txBody>
      </p:sp>
      <p:pic>
        <p:nvPicPr>
          <p:cNvPr id="189" name="Google Shape;189;p10"/>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11"/>
          <p:cNvSpPr txBox="1"/>
          <p:nvPr>
            <p:ph type="title"/>
          </p:nvPr>
        </p:nvSpPr>
        <p:spPr>
          <a:xfrm>
            <a:off x="389916" y="444464"/>
            <a:ext cx="3420305" cy="190631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Play"/>
              <a:buNone/>
            </a:pPr>
            <a:r>
              <a:rPr b="1" lang="en-US" sz="2800"/>
              <a:t>Debate</a:t>
            </a:r>
            <a:endParaRPr/>
          </a:p>
        </p:txBody>
      </p:sp>
      <p:pic>
        <p:nvPicPr>
          <p:cNvPr descr="Aggressive Debates of Politicians Standing Behind Podiums during Election  Campaign Stock Vector - Illustration of vector, standing: 309654209" id="196" name="Google Shape;196;p11"/>
          <p:cNvPicPr preferRelativeResize="0"/>
          <p:nvPr/>
        </p:nvPicPr>
        <p:blipFill rotWithShape="1">
          <a:blip r:embed="rId3">
            <a:alphaModFix/>
          </a:blip>
          <a:srcRect b="3" l="0" r="3" t="4418"/>
          <a:stretch/>
        </p:blipFill>
        <p:spPr>
          <a:xfrm>
            <a:off x="20" y="2768743"/>
            <a:ext cx="4278264" cy="4089258"/>
          </a:xfrm>
          <a:prstGeom prst="rect">
            <a:avLst/>
          </a:prstGeom>
          <a:noFill/>
          <a:ln>
            <a:noFill/>
          </a:ln>
        </p:spPr>
      </p:pic>
      <p:sp>
        <p:nvSpPr>
          <p:cNvPr id="197" name="Google Shape;197;p11"/>
          <p:cNvSpPr/>
          <p:nvPr/>
        </p:nvSpPr>
        <p:spPr>
          <a:xfrm>
            <a:off x="0" y="2768743"/>
            <a:ext cx="4310288" cy="64008"/>
          </a:xfrm>
          <a:prstGeom prst="rect">
            <a:avLst/>
          </a:prstGeom>
          <a:solidFill>
            <a:srgbClr val="0713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Arial"/>
              <a:ea typeface="Arial"/>
              <a:cs typeface="Arial"/>
              <a:sym typeface="Arial"/>
            </a:endParaRPr>
          </a:p>
        </p:txBody>
      </p:sp>
      <p:sp>
        <p:nvSpPr>
          <p:cNvPr id="198" name="Google Shape;198;p11"/>
          <p:cNvSpPr txBox="1"/>
          <p:nvPr>
            <p:ph idx="1" type="body"/>
          </p:nvPr>
        </p:nvSpPr>
        <p:spPr>
          <a:xfrm>
            <a:off x="4316914" y="0"/>
            <a:ext cx="7776764" cy="6857999"/>
          </a:xfrm>
          <a:prstGeom prst="rect">
            <a:avLst/>
          </a:prstGeom>
          <a:noFill/>
          <a:ln>
            <a:noFill/>
          </a:ln>
        </p:spPr>
        <p:txBody>
          <a:bodyPr anchorCtr="0" anchor="ctr"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1600"/>
              <a:buChar char="•"/>
            </a:pPr>
            <a:r>
              <a:rPr lang="en-US" sz="1600"/>
              <a:t>The </a:t>
            </a:r>
            <a:r>
              <a:rPr b="1" lang="en-US" sz="1600"/>
              <a:t>Main-Submitter</a:t>
            </a:r>
            <a:r>
              <a:rPr lang="en-US" sz="1600"/>
              <a:t> reads the </a:t>
            </a:r>
            <a:r>
              <a:rPr b="1" lang="en-US" sz="1600"/>
              <a:t>Operative Clauses</a:t>
            </a:r>
            <a:endParaRPr/>
          </a:p>
          <a:p>
            <a:pPr indent="-228600" lvl="0" marL="228600" rtl="0" algn="just">
              <a:lnSpc>
                <a:spcPct val="100000"/>
              </a:lnSpc>
              <a:spcBef>
                <a:spcPts val="1000"/>
              </a:spcBef>
              <a:spcAft>
                <a:spcPts val="0"/>
              </a:spcAft>
              <a:buClr>
                <a:schemeClr val="dk1"/>
              </a:buClr>
              <a:buSzPts val="1600"/>
              <a:buChar char="•"/>
            </a:pPr>
            <a:r>
              <a:rPr lang="en-US" sz="1600"/>
              <a:t>The Chairs set </a:t>
            </a:r>
            <a:r>
              <a:rPr i="1" lang="en-US" sz="1600"/>
              <a:t>Open Debate Time</a:t>
            </a:r>
            <a:r>
              <a:rPr lang="en-US" sz="1600"/>
              <a:t> and </a:t>
            </a:r>
            <a:r>
              <a:rPr i="1" lang="en-US" sz="1600"/>
              <a:t>Guillotine Time</a:t>
            </a:r>
            <a:endParaRPr sz="1600"/>
          </a:p>
          <a:p>
            <a:pPr indent="-228600" lvl="1" marL="685800" rtl="0" algn="just">
              <a:lnSpc>
                <a:spcPct val="100000"/>
              </a:lnSpc>
              <a:spcBef>
                <a:spcPts val="500"/>
              </a:spcBef>
              <a:spcAft>
                <a:spcPts val="0"/>
              </a:spcAft>
              <a:buClr>
                <a:schemeClr val="dk1"/>
              </a:buClr>
              <a:buSzPts val="1600"/>
              <a:buFont typeface="Noto Sans Symbols"/>
              <a:buChar char="⮚"/>
            </a:pPr>
            <a:r>
              <a:rPr b="1" i="1" lang="en-US" sz="1600"/>
              <a:t>Guillotine time:</a:t>
            </a:r>
            <a:endParaRPr/>
          </a:p>
          <a:p>
            <a:pPr indent="-228600" lvl="2" marL="1143000" rtl="0" algn="just">
              <a:lnSpc>
                <a:spcPct val="100000"/>
              </a:lnSpc>
              <a:spcBef>
                <a:spcPts val="500"/>
              </a:spcBef>
              <a:spcAft>
                <a:spcPts val="0"/>
              </a:spcAft>
              <a:buClr>
                <a:schemeClr val="dk1"/>
              </a:buClr>
              <a:buSzPts val="1600"/>
              <a:buFont typeface="Noto Sans Symbols"/>
              <a:buChar char="✔"/>
            </a:pPr>
            <a:r>
              <a:rPr lang="en-US" sz="1600"/>
              <a:t>Total time that will be spent debating on a resolution</a:t>
            </a:r>
            <a:endParaRPr/>
          </a:p>
          <a:p>
            <a:pPr indent="-228600" lvl="2" marL="1143000" rtl="0" algn="just">
              <a:lnSpc>
                <a:spcPct val="100000"/>
              </a:lnSpc>
              <a:spcBef>
                <a:spcPts val="500"/>
              </a:spcBef>
              <a:spcAft>
                <a:spcPts val="0"/>
              </a:spcAft>
              <a:buClr>
                <a:schemeClr val="dk1"/>
              </a:buClr>
              <a:buSzPts val="1600"/>
              <a:buFont typeface="Noto Sans Symbols"/>
              <a:buChar char="✔"/>
            </a:pPr>
            <a:r>
              <a:rPr lang="en-US" sz="1600"/>
              <a:t>Consists of the </a:t>
            </a:r>
            <a:r>
              <a:rPr lang="en-US" sz="1600" u="sng"/>
              <a:t>open debate time</a:t>
            </a:r>
            <a:r>
              <a:rPr lang="en-US" sz="1600"/>
              <a:t>, the </a:t>
            </a:r>
            <a:r>
              <a:rPr lang="en-US" sz="1600" u="sng"/>
              <a:t>closed debate time</a:t>
            </a:r>
            <a:r>
              <a:rPr lang="en-US" sz="1600"/>
              <a:t>, and </a:t>
            </a:r>
            <a:r>
              <a:rPr lang="en-US" sz="1600" u="sng"/>
              <a:t>every other procedure</a:t>
            </a:r>
            <a:r>
              <a:rPr lang="en-US" sz="1600"/>
              <a:t> during the debate on a resolution. </a:t>
            </a:r>
            <a:endParaRPr/>
          </a:p>
          <a:p>
            <a:pPr indent="-228600" lvl="0" marL="228600" rtl="0" algn="just">
              <a:lnSpc>
                <a:spcPct val="100000"/>
              </a:lnSpc>
              <a:spcBef>
                <a:spcPts val="1000"/>
              </a:spcBef>
              <a:spcAft>
                <a:spcPts val="0"/>
              </a:spcAft>
              <a:buClr>
                <a:schemeClr val="dk1"/>
              </a:buClr>
              <a:buSzPts val="1600"/>
              <a:buChar char="•"/>
            </a:pPr>
            <a:r>
              <a:rPr lang="en-US" sz="1600"/>
              <a:t>The Main-Submitter reads a speech in favor of the resolution (if they have one)</a:t>
            </a:r>
            <a:endParaRPr/>
          </a:p>
          <a:p>
            <a:pPr indent="-228600" lvl="0" marL="228600" rtl="0" algn="just">
              <a:lnSpc>
                <a:spcPct val="100000"/>
              </a:lnSpc>
              <a:spcBef>
                <a:spcPts val="1000"/>
              </a:spcBef>
              <a:spcAft>
                <a:spcPts val="0"/>
              </a:spcAft>
              <a:buClr>
                <a:schemeClr val="dk1"/>
              </a:buClr>
              <a:buSzPts val="1600"/>
              <a:buChar char="•"/>
            </a:pPr>
            <a:r>
              <a:rPr lang="en-US" sz="1600"/>
              <a:t>The Chairs ask them if they are open to any POIs and the respond:</a:t>
            </a:r>
            <a:endParaRPr/>
          </a:p>
          <a:p>
            <a:pPr indent="-514350" lvl="1" marL="971550" rtl="0" algn="just">
              <a:lnSpc>
                <a:spcPct val="100000"/>
              </a:lnSpc>
              <a:spcBef>
                <a:spcPts val="500"/>
              </a:spcBef>
              <a:spcAft>
                <a:spcPts val="0"/>
              </a:spcAft>
              <a:buClr>
                <a:schemeClr val="dk1"/>
              </a:buClr>
              <a:buSzPts val="1600"/>
              <a:buFont typeface="Play"/>
              <a:buAutoNum type="romanLcPeriod"/>
            </a:pPr>
            <a:r>
              <a:rPr i="1" lang="en-US" sz="1600"/>
              <a:t>No</a:t>
            </a:r>
            <a:endParaRPr/>
          </a:p>
          <a:p>
            <a:pPr indent="-514350" lvl="1" marL="971550" rtl="0" algn="just">
              <a:lnSpc>
                <a:spcPct val="100000"/>
              </a:lnSpc>
              <a:spcBef>
                <a:spcPts val="500"/>
              </a:spcBef>
              <a:spcAft>
                <a:spcPts val="0"/>
              </a:spcAft>
              <a:buClr>
                <a:schemeClr val="dk1"/>
              </a:buClr>
              <a:buSzPts val="1600"/>
              <a:buFont typeface="Play"/>
              <a:buAutoNum type="romanLcPeriod"/>
            </a:pPr>
            <a:r>
              <a:rPr i="1" lang="en-US" sz="1600"/>
              <a:t>Up to …</a:t>
            </a:r>
            <a:endParaRPr/>
          </a:p>
          <a:p>
            <a:pPr indent="-514350" lvl="1" marL="971550" rtl="0" algn="just">
              <a:lnSpc>
                <a:spcPct val="100000"/>
              </a:lnSpc>
              <a:spcBef>
                <a:spcPts val="500"/>
              </a:spcBef>
              <a:spcAft>
                <a:spcPts val="0"/>
              </a:spcAft>
              <a:buClr>
                <a:schemeClr val="dk1"/>
              </a:buClr>
              <a:buSzPts val="1600"/>
              <a:buFont typeface="Play"/>
              <a:buAutoNum type="romanLcPeriod"/>
            </a:pPr>
            <a:r>
              <a:rPr i="1" lang="en-US" sz="1600"/>
              <a:t>Any and all</a:t>
            </a:r>
            <a:endParaRPr/>
          </a:p>
          <a:p>
            <a:pPr indent="-228600" lvl="0" marL="228600" rtl="0" algn="just">
              <a:lnSpc>
                <a:spcPct val="100000"/>
              </a:lnSpc>
              <a:spcBef>
                <a:spcPts val="1000"/>
              </a:spcBef>
              <a:spcAft>
                <a:spcPts val="0"/>
              </a:spcAft>
              <a:buClr>
                <a:schemeClr val="dk1"/>
              </a:buClr>
              <a:buSzPts val="1600"/>
              <a:buChar char="•"/>
            </a:pPr>
            <a:r>
              <a:rPr lang="en-US" sz="1600"/>
              <a:t>The delegates are asked to raise their placards if they have any POIs</a:t>
            </a:r>
            <a:endParaRPr/>
          </a:p>
          <a:p>
            <a:pPr indent="-228600" lvl="1" marL="685800" rtl="0" algn="just">
              <a:lnSpc>
                <a:spcPct val="100000"/>
              </a:lnSpc>
              <a:spcBef>
                <a:spcPts val="500"/>
              </a:spcBef>
              <a:spcAft>
                <a:spcPts val="0"/>
              </a:spcAft>
              <a:buClr>
                <a:schemeClr val="dk1"/>
              </a:buClr>
              <a:buSzPts val="1600"/>
              <a:buFont typeface="Noto Sans Symbols"/>
              <a:buChar char="✔"/>
            </a:pPr>
            <a:r>
              <a:rPr lang="en-US" sz="1600"/>
              <a:t>The chairs </a:t>
            </a:r>
            <a:r>
              <a:rPr b="1" lang="en-US" sz="1600"/>
              <a:t>recognize</a:t>
            </a:r>
            <a:r>
              <a:rPr lang="en-US" sz="1600"/>
              <a:t> them according to the time remaining and the committee’s need</a:t>
            </a:r>
            <a:endParaRPr/>
          </a:p>
          <a:p>
            <a:pPr indent="-228600" lvl="1" marL="685800" rtl="0" algn="just">
              <a:lnSpc>
                <a:spcPct val="100000"/>
              </a:lnSpc>
              <a:spcBef>
                <a:spcPts val="500"/>
              </a:spcBef>
              <a:spcAft>
                <a:spcPts val="0"/>
              </a:spcAft>
              <a:buClr>
                <a:schemeClr val="dk1"/>
              </a:buClr>
              <a:buSzPts val="1600"/>
              <a:buFont typeface="Noto Sans Symbols"/>
              <a:buChar char="✔"/>
            </a:pPr>
            <a:r>
              <a:rPr lang="en-US" sz="1600"/>
              <a:t>The delegates make POIs in the order in which they were recognized</a:t>
            </a:r>
            <a:endParaRPr/>
          </a:p>
          <a:p>
            <a:pPr indent="-228600" lvl="1" marL="685800" rtl="0" algn="just">
              <a:lnSpc>
                <a:spcPct val="100000"/>
              </a:lnSpc>
              <a:spcBef>
                <a:spcPts val="500"/>
              </a:spcBef>
              <a:spcAft>
                <a:spcPts val="0"/>
              </a:spcAft>
              <a:buClr>
                <a:schemeClr val="dk1"/>
              </a:buClr>
              <a:buSzPts val="1600"/>
              <a:buFont typeface="Noto Sans Symbols"/>
              <a:buChar char="✔"/>
            </a:pPr>
            <a:r>
              <a:rPr lang="en-US" sz="1600"/>
              <a:t>No direct dialogue between delegates</a:t>
            </a:r>
            <a:endParaRPr/>
          </a:p>
          <a:p>
            <a:pPr indent="-228600" lvl="1" marL="685800" rtl="0" algn="just">
              <a:lnSpc>
                <a:spcPct val="100000"/>
              </a:lnSpc>
              <a:spcBef>
                <a:spcPts val="500"/>
              </a:spcBef>
              <a:spcAft>
                <a:spcPts val="0"/>
              </a:spcAft>
              <a:buClr>
                <a:schemeClr val="dk1"/>
              </a:buClr>
              <a:buSzPts val="1600"/>
              <a:buFont typeface="Noto Sans Symbols"/>
              <a:buChar char="✔"/>
            </a:pPr>
            <a:r>
              <a:rPr lang="en-US" sz="1600"/>
              <a:t>The Chair always asks if the point is well taken </a:t>
            </a:r>
            <a:endParaRPr/>
          </a:p>
          <a:p>
            <a:pPr indent="-228600" lvl="0" marL="228600" rtl="0" algn="just">
              <a:lnSpc>
                <a:spcPct val="100000"/>
              </a:lnSpc>
              <a:spcBef>
                <a:spcPts val="1000"/>
              </a:spcBef>
              <a:spcAft>
                <a:spcPts val="0"/>
              </a:spcAft>
              <a:buClr>
                <a:schemeClr val="dk1"/>
              </a:buClr>
              <a:buSzPts val="1600"/>
              <a:buChar char="•"/>
            </a:pPr>
            <a:r>
              <a:rPr lang="en-US" sz="1600"/>
              <a:t>When the floor is open, the chairs ask for delegates to deliver a speech according to the current debate mode</a:t>
            </a:r>
            <a:endParaRPr/>
          </a:p>
          <a:p>
            <a:pPr indent="-228600" lvl="0" marL="228600" rtl="0" algn="just">
              <a:lnSpc>
                <a:spcPct val="100000"/>
              </a:lnSpc>
              <a:spcBef>
                <a:spcPts val="1000"/>
              </a:spcBef>
              <a:spcAft>
                <a:spcPts val="0"/>
              </a:spcAft>
              <a:buClr>
                <a:schemeClr val="dk1"/>
              </a:buClr>
              <a:buSzPts val="1600"/>
              <a:buChar char="•"/>
            </a:pPr>
            <a:r>
              <a:rPr b="1" lang="en-US" sz="1600"/>
              <a:t>Amendments</a:t>
            </a:r>
            <a:r>
              <a:rPr lang="en-US" sz="1600"/>
              <a:t> are entertained by the chairs according to the committee’s needs following the same procedure with Closed Debate mode</a:t>
            </a:r>
            <a:endParaRPr/>
          </a:p>
        </p:txBody>
      </p:sp>
      <p:sp>
        <p:nvSpPr>
          <p:cNvPr id="199" name="Google Shape;199;p11"/>
          <p:cNvSpPr/>
          <p:nvPr/>
        </p:nvSpPr>
        <p:spPr>
          <a:xfrm rot="5400000">
            <a:off x="855909" y="3396995"/>
            <a:ext cx="6858002" cy="64008"/>
          </a:xfrm>
          <a:prstGeom prst="rect">
            <a:avLst/>
          </a:prstGeom>
          <a:solidFill>
            <a:srgbClr val="0713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Arial"/>
              <a:ea typeface="Arial"/>
              <a:cs typeface="Arial"/>
              <a:sym typeface="Arial"/>
            </a:endParaRPr>
          </a:p>
        </p:txBody>
      </p:sp>
      <p:pic>
        <p:nvPicPr>
          <p:cNvPr id="200" name="Google Shape;200;p11"/>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1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12"/>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Yielding</a:t>
            </a:r>
            <a:endParaRPr/>
          </a:p>
        </p:txBody>
      </p:sp>
      <p:sp>
        <p:nvSpPr>
          <p:cNvPr id="207" name="Google Shape;207;p12"/>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12"/>
          <p:cNvSpPr txBox="1"/>
          <p:nvPr>
            <p:ph idx="1" type="body"/>
          </p:nvPr>
        </p:nvSpPr>
        <p:spPr>
          <a:xfrm>
            <a:off x="572493" y="2071316"/>
            <a:ext cx="6713552" cy="4119172"/>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2400"/>
              <a:buChar char="•"/>
            </a:pPr>
            <a:r>
              <a:rPr lang="en-US" sz="2400"/>
              <a:t>Once POIs have been answered the delegate will be asked how to they wish to yield the floor</a:t>
            </a:r>
            <a:br>
              <a:rPr lang="en-US" sz="2400"/>
            </a:br>
            <a:endParaRPr sz="2400"/>
          </a:p>
          <a:p>
            <a:pPr indent="-228600" lvl="0" marL="228600" rtl="0" algn="just">
              <a:lnSpc>
                <a:spcPct val="100000"/>
              </a:lnSpc>
              <a:spcBef>
                <a:spcPts val="1000"/>
              </a:spcBef>
              <a:spcAft>
                <a:spcPts val="0"/>
              </a:spcAft>
              <a:buClr>
                <a:schemeClr val="dk1"/>
              </a:buClr>
              <a:buSzPts val="2400"/>
              <a:buChar char="•"/>
            </a:pPr>
            <a:r>
              <a:rPr lang="en-US" sz="2400"/>
              <a:t>They can say:</a:t>
            </a:r>
            <a:endParaRPr/>
          </a:p>
          <a:p>
            <a:pPr indent="-228600" lvl="1" marL="685800" rtl="0" algn="just">
              <a:lnSpc>
                <a:spcPct val="100000"/>
              </a:lnSpc>
              <a:spcBef>
                <a:spcPts val="500"/>
              </a:spcBef>
              <a:spcAft>
                <a:spcPts val="0"/>
              </a:spcAft>
              <a:buClr>
                <a:schemeClr val="dk1"/>
              </a:buClr>
              <a:buSzPts val="2400"/>
              <a:buFont typeface="Noto Sans Symbols"/>
              <a:buChar char="⮚"/>
            </a:pPr>
            <a:r>
              <a:rPr lang="en-US"/>
              <a:t>We / The delegate / The delegation of yield(s) the floor to the chairs</a:t>
            </a:r>
            <a:endParaRPr/>
          </a:p>
          <a:p>
            <a:pPr indent="-228600" lvl="1" marL="685800" rtl="0" algn="just">
              <a:lnSpc>
                <a:spcPct val="100000"/>
              </a:lnSpc>
              <a:spcBef>
                <a:spcPts val="500"/>
              </a:spcBef>
              <a:spcAft>
                <a:spcPts val="0"/>
              </a:spcAft>
              <a:buClr>
                <a:schemeClr val="dk1"/>
              </a:buClr>
              <a:buSzPts val="2400"/>
              <a:buFont typeface="Noto Sans Symbols"/>
              <a:buChar char="⮚"/>
            </a:pPr>
            <a:r>
              <a:rPr lang="en-US"/>
              <a:t>We / The delegate / The delegation of yield(s) to X delegation (only </a:t>
            </a:r>
            <a:r>
              <a:rPr b="1" lang="en-US"/>
              <a:t>one</a:t>
            </a:r>
            <a:r>
              <a:rPr lang="en-US"/>
              <a:t> time)</a:t>
            </a:r>
            <a:endParaRPr/>
          </a:p>
          <a:p>
            <a:pPr indent="-228600" lvl="2" marL="1143000" rtl="0" algn="just">
              <a:lnSpc>
                <a:spcPct val="100000"/>
              </a:lnSpc>
              <a:spcBef>
                <a:spcPts val="500"/>
              </a:spcBef>
              <a:spcAft>
                <a:spcPts val="0"/>
              </a:spcAft>
              <a:buClr>
                <a:schemeClr val="dk1"/>
              </a:buClr>
              <a:buSzPts val="2400"/>
              <a:buFont typeface="Noto Sans Symbols"/>
              <a:buChar char="❑"/>
            </a:pPr>
            <a:r>
              <a:rPr lang="en-US" sz="2400"/>
              <a:t>No yielding chains (e.g. Sweden → France → China)</a:t>
            </a:r>
            <a:endParaRPr/>
          </a:p>
          <a:p>
            <a:pPr indent="-76200" lvl="0" marL="228600" rtl="0" algn="just">
              <a:lnSpc>
                <a:spcPct val="100000"/>
              </a:lnSpc>
              <a:spcBef>
                <a:spcPts val="1000"/>
              </a:spcBef>
              <a:spcAft>
                <a:spcPts val="0"/>
              </a:spcAft>
              <a:buClr>
                <a:schemeClr val="dk1"/>
              </a:buClr>
              <a:buSzPts val="2400"/>
              <a:buNone/>
            </a:pPr>
            <a:r>
              <a:t/>
            </a:r>
            <a:endParaRPr sz="2400"/>
          </a:p>
        </p:txBody>
      </p:sp>
      <p:pic>
        <p:nvPicPr>
          <p:cNvPr descr="Minion Giving Heart" id="209" name="Google Shape;209;p12"/>
          <p:cNvPicPr preferRelativeResize="0"/>
          <p:nvPr/>
        </p:nvPicPr>
        <p:blipFill rotWithShape="1">
          <a:blip r:embed="rId3">
            <a:alphaModFix/>
          </a:blip>
          <a:srcRect b="19182" l="-2317" r="2317" t="20276"/>
          <a:stretch/>
        </p:blipFill>
        <p:spPr>
          <a:xfrm>
            <a:off x="8067544" y="2231231"/>
            <a:ext cx="3941064" cy="4260707"/>
          </a:xfrm>
          <a:prstGeom prst="rect">
            <a:avLst/>
          </a:prstGeom>
          <a:noFill/>
          <a:ln>
            <a:noFill/>
          </a:ln>
        </p:spPr>
      </p:pic>
      <p:pic>
        <p:nvPicPr>
          <p:cNvPr id="210" name="Google Shape;210;p12"/>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1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13"/>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Points</a:t>
            </a:r>
            <a:endParaRPr/>
          </a:p>
        </p:txBody>
      </p:sp>
      <p:sp>
        <p:nvSpPr>
          <p:cNvPr id="217" name="Google Shape;217;p13"/>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13"/>
          <p:cNvSpPr txBox="1"/>
          <p:nvPr>
            <p:ph idx="1" type="body"/>
          </p:nvPr>
        </p:nvSpPr>
        <p:spPr>
          <a:xfrm>
            <a:off x="353961" y="1809135"/>
            <a:ext cx="7457602" cy="4965291"/>
          </a:xfrm>
          <a:prstGeom prst="rect">
            <a:avLst/>
          </a:prstGeom>
          <a:noFill/>
          <a:ln>
            <a:noFill/>
          </a:ln>
        </p:spPr>
        <p:txBody>
          <a:bodyPr anchorCtr="0" anchor="t" bIns="45700" lIns="91425" spcFirstLastPara="1" rIns="91425" wrap="square" tIns="45700">
            <a:normAutofit fontScale="92500"/>
          </a:bodyPr>
          <a:lstStyle/>
          <a:p>
            <a:pPr indent="-514350" lvl="0" marL="514350" rtl="0" algn="just">
              <a:lnSpc>
                <a:spcPct val="100000"/>
              </a:lnSpc>
              <a:spcBef>
                <a:spcPts val="0"/>
              </a:spcBef>
              <a:spcAft>
                <a:spcPts val="0"/>
              </a:spcAft>
              <a:buClr>
                <a:schemeClr val="dk1"/>
              </a:buClr>
              <a:buSzPct val="100000"/>
              <a:buFont typeface="Play"/>
              <a:buAutoNum type="arabicPeriod"/>
            </a:pPr>
            <a:r>
              <a:rPr b="1" lang="en-US" sz="2000"/>
              <a:t>Point of Order: </a:t>
            </a:r>
            <a:r>
              <a:rPr lang="en-US" sz="2000"/>
              <a:t>Delegates use this point when they believe there has been a breach of procedure or rules of the conference. The Chair decides whether the point is valid and addresses it accordingly.</a:t>
            </a:r>
            <a:endParaRPr/>
          </a:p>
          <a:p>
            <a:pPr indent="-514350" lvl="0" marL="514350" rtl="0" algn="just">
              <a:lnSpc>
                <a:spcPct val="100000"/>
              </a:lnSpc>
              <a:spcBef>
                <a:spcPts val="1000"/>
              </a:spcBef>
              <a:spcAft>
                <a:spcPts val="0"/>
              </a:spcAft>
              <a:buClr>
                <a:schemeClr val="dk1"/>
              </a:buClr>
              <a:buSzPct val="100000"/>
              <a:buFont typeface="Play"/>
              <a:buAutoNum type="arabicPeriod"/>
            </a:pPr>
            <a:r>
              <a:rPr b="1" lang="en-US" sz="2000"/>
              <a:t>Point of Parliamentary Inquiry: </a:t>
            </a:r>
            <a:r>
              <a:rPr lang="en-US" sz="2000"/>
              <a:t>Delegates raise this point to seek clarification about the rules or procedures. It can be used to ask questions about how the committee is functioning.</a:t>
            </a:r>
            <a:endParaRPr/>
          </a:p>
          <a:p>
            <a:pPr indent="-514350" lvl="0" marL="514350" rtl="0" algn="just">
              <a:lnSpc>
                <a:spcPct val="100000"/>
              </a:lnSpc>
              <a:spcBef>
                <a:spcPts val="1000"/>
              </a:spcBef>
              <a:spcAft>
                <a:spcPts val="0"/>
              </a:spcAft>
              <a:buClr>
                <a:schemeClr val="dk1"/>
              </a:buClr>
              <a:buSzPct val="100000"/>
              <a:buFont typeface="Play"/>
              <a:buAutoNum type="arabicPeriod"/>
            </a:pPr>
            <a:r>
              <a:rPr b="1" lang="en-US" sz="2000"/>
              <a:t>Point of Personal Privilege: </a:t>
            </a:r>
            <a:r>
              <a:rPr lang="en-US" sz="2000"/>
              <a:t>This point is raised when a delegate's well-being is affected, such as a problem with temperature, noise, or technical issues. It's the only point that can interrupt the speaker, usually for audibility problems.</a:t>
            </a:r>
            <a:endParaRPr/>
          </a:p>
          <a:p>
            <a:pPr indent="-514350" lvl="0" marL="514350" rtl="0" algn="just">
              <a:lnSpc>
                <a:spcPct val="100000"/>
              </a:lnSpc>
              <a:spcBef>
                <a:spcPts val="1000"/>
              </a:spcBef>
              <a:spcAft>
                <a:spcPts val="0"/>
              </a:spcAft>
              <a:buClr>
                <a:schemeClr val="dk1"/>
              </a:buClr>
              <a:buSzPct val="100000"/>
              <a:buFont typeface="Play"/>
              <a:buAutoNum type="arabicPeriod"/>
            </a:pPr>
            <a:r>
              <a:rPr b="1" lang="en-US" sz="2000"/>
              <a:t>Point of Information (POI): </a:t>
            </a:r>
            <a:r>
              <a:rPr lang="en-US" sz="2000"/>
              <a:t>This point is a question and must be in the form of a question. It can be used to a delegate who is open to such points or to the chairs. It cannot interrupt anyone. It can also be used as a </a:t>
            </a:r>
            <a:r>
              <a:rPr b="1" lang="en-US" sz="2000"/>
              <a:t>Point of Information to the Chairs</a:t>
            </a:r>
            <a:endParaRPr sz="2000"/>
          </a:p>
        </p:txBody>
      </p:sp>
      <p:pic>
        <p:nvPicPr>
          <p:cNvPr descr="Organic flat people asking questions illustration | Free Vector" id="219" name="Google Shape;219;p13"/>
          <p:cNvPicPr preferRelativeResize="0"/>
          <p:nvPr/>
        </p:nvPicPr>
        <p:blipFill rotWithShape="1">
          <a:blip r:embed="rId3">
            <a:alphaModFix/>
          </a:blip>
          <a:srcRect b="-3" l="0" r="3792" t="0"/>
          <a:stretch/>
        </p:blipFill>
        <p:spPr>
          <a:xfrm>
            <a:off x="7814611" y="2311121"/>
            <a:ext cx="4374341" cy="4546879"/>
          </a:xfrm>
          <a:prstGeom prst="rect">
            <a:avLst/>
          </a:prstGeom>
          <a:noFill/>
          <a:ln>
            <a:noFill/>
          </a:ln>
        </p:spPr>
      </p:pic>
      <p:pic>
        <p:nvPicPr>
          <p:cNvPr id="220" name="Google Shape;220;p13"/>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1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Support illustration Images - Free Download on Magnific (formerly Freepik)" id="226" name="Google Shape;226;p14"/>
          <p:cNvPicPr preferRelativeResize="0"/>
          <p:nvPr/>
        </p:nvPicPr>
        <p:blipFill rotWithShape="1">
          <a:blip r:embed="rId3">
            <a:alphaModFix/>
          </a:blip>
          <a:srcRect b="303" l="0" r="0" t="0"/>
          <a:stretch/>
        </p:blipFill>
        <p:spPr>
          <a:xfrm>
            <a:off x="5347034" y="-18278"/>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227" name="Google Shape;227;p14"/>
          <p:cNvSpPr txBox="1"/>
          <p:nvPr>
            <p:ph type="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Motions</a:t>
            </a:r>
            <a:endParaRPr/>
          </a:p>
        </p:txBody>
      </p:sp>
      <p:sp>
        <p:nvSpPr>
          <p:cNvPr id="228" name="Google Shape;228;p14"/>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14"/>
          <p:cNvSpPr txBox="1"/>
          <p:nvPr>
            <p:ph idx="1" type="body"/>
          </p:nvPr>
        </p:nvSpPr>
        <p:spPr>
          <a:xfrm>
            <a:off x="640080" y="2872899"/>
            <a:ext cx="5141288" cy="3824244"/>
          </a:xfrm>
          <a:prstGeom prst="rect">
            <a:avLst/>
          </a:prstGeom>
          <a:noFill/>
          <a:ln>
            <a:noFill/>
          </a:ln>
        </p:spPr>
        <p:txBody>
          <a:bodyPr anchorCtr="0" anchor="t" bIns="45700" lIns="91425" spcFirstLastPara="1" rIns="91425" wrap="square" tIns="45700">
            <a:normAutofit/>
          </a:bodyPr>
          <a:lstStyle/>
          <a:p>
            <a:pPr indent="-514350" lvl="0" marL="514350" rtl="0" algn="just">
              <a:lnSpc>
                <a:spcPct val="100000"/>
              </a:lnSpc>
              <a:spcBef>
                <a:spcPts val="0"/>
              </a:spcBef>
              <a:spcAft>
                <a:spcPts val="0"/>
              </a:spcAft>
              <a:buClr>
                <a:schemeClr val="dk1"/>
              </a:buClr>
              <a:buSzPts val="2200"/>
              <a:buFont typeface="Play"/>
              <a:buAutoNum type="arabicPeriod"/>
            </a:pPr>
            <a:r>
              <a:rPr b="1" lang="en-US" sz="2200"/>
              <a:t>Second: </a:t>
            </a:r>
            <a:r>
              <a:rPr lang="en-US" sz="2200"/>
              <a:t>Delegates will use it when a Motion (only in those that should be a second) is proposed and want to get accepted.</a:t>
            </a:r>
            <a:endParaRPr/>
          </a:p>
          <a:p>
            <a:pPr indent="-514350" lvl="0" marL="514350" rtl="0" algn="just">
              <a:lnSpc>
                <a:spcPct val="100000"/>
              </a:lnSpc>
              <a:spcBef>
                <a:spcPts val="1800"/>
              </a:spcBef>
              <a:spcAft>
                <a:spcPts val="0"/>
              </a:spcAft>
              <a:buClr>
                <a:schemeClr val="dk1"/>
              </a:buClr>
              <a:buSzPts val="2200"/>
              <a:buFont typeface="Play"/>
              <a:buAutoNum type="arabicPeriod"/>
            </a:pPr>
            <a:r>
              <a:rPr b="1" lang="en-US" sz="2200"/>
              <a:t>Objection: </a:t>
            </a:r>
            <a:r>
              <a:rPr lang="en-US" sz="2200"/>
              <a:t>Delegates will use it when a Motion (only in those that should be a second) is proposed and disagree in its acceptance.</a:t>
            </a:r>
            <a:endParaRPr/>
          </a:p>
          <a:p>
            <a:pPr indent="-88900" lvl="0" marL="228600" rtl="0" algn="just">
              <a:lnSpc>
                <a:spcPct val="100000"/>
              </a:lnSpc>
              <a:spcBef>
                <a:spcPts val="1800"/>
              </a:spcBef>
              <a:spcAft>
                <a:spcPts val="0"/>
              </a:spcAft>
              <a:buClr>
                <a:schemeClr val="dk1"/>
              </a:buClr>
              <a:buSzPts val="2200"/>
              <a:buNone/>
            </a:pPr>
            <a:r>
              <a:t/>
            </a:r>
            <a:endParaRPr sz="2200"/>
          </a:p>
        </p:txBody>
      </p:sp>
      <p:pic>
        <p:nvPicPr>
          <p:cNvPr id="230" name="Google Shape;230;p14"/>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1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15"/>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Motions</a:t>
            </a:r>
            <a:endParaRPr/>
          </a:p>
        </p:txBody>
      </p:sp>
      <p:sp>
        <p:nvSpPr>
          <p:cNvPr id="237" name="Google Shape;237;p15"/>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15"/>
          <p:cNvSpPr txBox="1"/>
          <p:nvPr>
            <p:ph idx="1" type="body"/>
          </p:nvPr>
        </p:nvSpPr>
        <p:spPr>
          <a:xfrm>
            <a:off x="572493" y="1845711"/>
            <a:ext cx="8995808" cy="4773749"/>
          </a:xfrm>
          <a:prstGeom prst="rect">
            <a:avLst/>
          </a:prstGeom>
          <a:noFill/>
          <a:ln>
            <a:noFill/>
          </a:ln>
        </p:spPr>
        <p:txBody>
          <a:bodyPr anchorCtr="0" anchor="t" bIns="45700" lIns="91425" spcFirstLastPara="1" rIns="91425" wrap="square" tIns="45700">
            <a:normAutofit fontScale="70000" lnSpcReduction="20000"/>
          </a:bodyPr>
          <a:lstStyle/>
          <a:p>
            <a:pPr indent="-514350" lvl="0" marL="514350" rtl="0" algn="just">
              <a:lnSpc>
                <a:spcPct val="120000"/>
              </a:lnSpc>
              <a:spcBef>
                <a:spcPts val="0"/>
              </a:spcBef>
              <a:spcAft>
                <a:spcPts val="0"/>
              </a:spcAft>
              <a:buClr>
                <a:schemeClr val="dk1"/>
              </a:buClr>
              <a:buSzPct val="100000"/>
              <a:buFont typeface="Play"/>
              <a:buAutoNum type="arabicPeriod"/>
            </a:pPr>
            <a:r>
              <a:rPr b="1" lang="en-US" sz="2400"/>
              <a:t>Motion to Extend Debate Time: </a:t>
            </a:r>
            <a:r>
              <a:rPr lang="en-US" sz="2400"/>
              <a:t>This motion is used to prolong the debate on the topic at the moment. It requires a </a:t>
            </a:r>
            <a:r>
              <a:rPr b="1" lang="en-US" sz="2400"/>
              <a:t>second</a:t>
            </a:r>
            <a:r>
              <a:rPr lang="en-US" sz="2400"/>
              <a:t>. If anyone </a:t>
            </a:r>
            <a:r>
              <a:rPr b="1" lang="en-US" sz="2400"/>
              <a:t>objects</a:t>
            </a:r>
            <a:r>
              <a:rPr lang="en-US" sz="2400"/>
              <a:t>, the procedure continues normally.</a:t>
            </a:r>
            <a:endParaRPr b="1" sz="2400"/>
          </a:p>
          <a:p>
            <a:pPr indent="-514350" lvl="0" marL="514350" rtl="0" algn="just">
              <a:lnSpc>
                <a:spcPct val="120000"/>
              </a:lnSpc>
              <a:spcBef>
                <a:spcPts val="1000"/>
              </a:spcBef>
              <a:spcAft>
                <a:spcPts val="0"/>
              </a:spcAft>
              <a:buClr>
                <a:schemeClr val="dk1"/>
              </a:buClr>
              <a:buSzPct val="100000"/>
              <a:buFont typeface="Play"/>
              <a:buAutoNum type="arabicPeriod"/>
            </a:pPr>
            <a:r>
              <a:rPr b="1" lang="en-US" sz="2400"/>
              <a:t>Motion to Follow up: </a:t>
            </a:r>
            <a:r>
              <a:rPr lang="en-US" sz="2400"/>
              <a:t>This motion is requested when the delegate’s question to the speaker on the floor has not been clarified or wishes for an additional question. It can only be used </a:t>
            </a:r>
            <a:r>
              <a:rPr b="1" lang="en-US" sz="2400"/>
              <a:t>once</a:t>
            </a:r>
            <a:r>
              <a:rPr lang="en-US" sz="2400"/>
              <a:t> after a POI. Chairs will decide if it is granted or not, considering to how many POIs the delegate is open. </a:t>
            </a:r>
            <a:endParaRPr b="1" sz="2400"/>
          </a:p>
          <a:p>
            <a:pPr indent="-514350" lvl="0" marL="514350" rtl="0" algn="just">
              <a:lnSpc>
                <a:spcPct val="120000"/>
              </a:lnSpc>
              <a:spcBef>
                <a:spcPts val="1000"/>
              </a:spcBef>
              <a:spcAft>
                <a:spcPts val="0"/>
              </a:spcAft>
              <a:buClr>
                <a:schemeClr val="dk1"/>
              </a:buClr>
              <a:buSzPct val="100000"/>
              <a:buFont typeface="Play"/>
              <a:buAutoNum type="arabicPeriod"/>
            </a:pPr>
            <a:r>
              <a:rPr b="1" lang="en-US" sz="2400"/>
              <a:t>Motion to Table the Resolution: </a:t>
            </a:r>
            <a:r>
              <a:rPr lang="en-US" sz="2400"/>
              <a:t>This motion is used to propose to stop considering a resolution if it has little support and is pointless to debate. It requires a </a:t>
            </a:r>
            <a:r>
              <a:rPr b="1" lang="en-US" sz="2400"/>
              <a:t>second</a:t>
            </a:r>
            <a:r>
              <a:rPr lang="en-US" sz="2400"/>
              <a:t>. If anyone </a:t>
            </a:r>
            <a:r>
              <a:rPr b="1" lang="en-US" sz="2400"/>
              <a:t>objects</a:t>
            </a:r>
            <a:r>
              <a:rPr lang="en-US" sz="2400"/>
              <a:t>, the debate continues normally.</a:t>
            </a:r>
            <a:endParaRPr b="1" sz="2400"/>
          </a:p>
          <a:p>
            <a:pPr indent="-514350" lvl="0" marL="514350" rtl="0" algn="just">
              <a:lnSpc>
                <a:spcPct val="120000"/>
              </a:lnSpc>
              <a:spcBef>
                <a:spcPts val="1000"/>
              </a:spcBef>
              <a:spcAft>
                <a:spcPts val="0"/>
              </a:spcAft>
              <a:buClr>
                <a:schemeClr val="dk1"/>
              </a:buClr>
              <a:buSzPct val="100000"/>
              <a:buFont typeface="Play"/>
              <a:buAutoNum type="arabicPeriod"/>
            </a:pPr>
            <a:r>
              <a:rPr b="1" lang="en-US" sz="2400"/>
              <a:t>Motion to Move the Previous Question: </a:t>
            </a:r>
            <a:r>
              <a:rPr lang="en-US" sz="2400"/>
              <a:t>This motion is used to propose to end the debate and to vote on the resolution or amendment in question. It requires a </a:t>
            </a:r>
            <a:r>
              <a:rPr b="1" lang="en-US" sz="2400"/>
              <a:t>second</a:t>
            </a:r>
            <a:r>
              <a:rPr lang="en-US" sz="2400"/>
              <a:t>. If anyone </a:t>
            </a:r>
            <a:r>
              <a:rPr b="1" lang="en-US" sz="2400"/>
              <a:t>objects</a:t>
            </a:r>
            <a:r>
              <a:rPr lang="en-US" sz="2400"/>
              <a:t>, the debate continues normally.</a:t>
            </a:r>
            <a:endParaRPr/>
          </a:p>
          <a:p>
            <a:pPr indent="-514350" lvl="0" marL="514350" rtl="0" algn="just">
              <a:lnSpc>
                <a:spcPct val="120000"/>
              </a:lnSpc>
              <a:spcBef>
                <a:spcPts val="1000"/>
              </a:spcBef>
              <a:spcAft>
                <a:spcPts val="0"/>
              </a:spcAft>
              <a:buClr>
                <a:schemeClr val="dk1"/>
              </a:buClr>
              <a:buSzPct val="100000"/>
              <a:buFont typeface="Play"/>
              <a:buAutoNum type="arabicPeriod"/>
            </a:pPr>
            <a:r>
              <a:rPr b="1" lang="en-US" sz="2400"/>
              <a:t>Motion to Approach the Chairs: </a:t>
            </a:r>
            <a:r>
              <a:rPr lang="en-US" sz="2400"/>
              <a:t>This point is a request to discuss a problem with the Chair privately.</a:t>
            </a:r>
            <a:endParaRPr/>
          </a:p>
          <a:p>
            <a:pPr indent="-407670" lvl="0" marL="514350" rtl="0" algn="just">
              <a:lnSpc>
                <a:spcPct val="120000"/>
              </a:lnSpc>
              <a:spcBef>
                <a:spcPts val="1000"/>
              </a:spcBef>
              <a:spcAft>
                <a:spcPts val="0"/>
              </a:spcAft>
              <a:buClr>
                <a:schemeClr val="dk1"/>
              </a:buClr>
              <a:buSzPct val="100000"/>
              <a:buFont typeface="Play"/>
              <a:buNone/>
            </a:pPr>
            <a:r>
              <a:t/>
            </a:r>
            <a:endParaRPr sz="2400"/>
          </a:p>
        </p:txBody>
      </p:sp>
      <p:pic>
        <p:nvPicPr>
          <p:cNvPr descr="Idea Images - Free Download on Magnific (formerly Freepik)" id="239" name="Google Shape;239;p15"/>
          <p:cNvPicPr preferRelativeResize="0"/>
          <p:nvPr/>
        </p:nvPicPr>
        <p:blipFill rotWithShape="1">
          <a:blip r:embed="rId3">
            <a:alphaModFix/>
          </a:blip>
          <a:srcRect b="801" l="20312" r="15787" t="-805"/>
          <a:stretch/>
        </p:blipFill>
        <p:spPr>
          <a:xfrm>
            <a:off x="9571349" y="2646445"/>
            <a:ext cx="2617603" cy="4096512"/>
          </a:xfrm>
          <a:prstGeom prst="rect">
            <a:avLst/>
          </a:prstGeom>
          <a:noFill/>
          <a:ln>
            <a:noFill/>
          </a:ln>
        </p:spPr>
      </p:pic>
      <p:pic>
        <p:nvPicPr>
          <p:cNvPr id="240" name="Google Shape;240;p15"/>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1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16"/>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Motions</a:t>
            </a:r>
            <a:endParaRPr/>
          </a:p>
        </p:txBody>
      </p:sp>
      <p:sp>
        <p:nvSpPr>
          <p:cNvPr id="247" name="Google Shape;247;p1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16"/>
          <p:cNvSpPr txBox="1"/>
          <p:nvPr>
            <p:ph idx="1" type="body"/>
          </p:nvPr>
        </p:nvSpPr>
        <p:spPr>
          <a:xfrm>
            <a:off x="393290" y="1744999"/>
            <a:ext cx="8157727" cy="4970433"/>
          </a:xfrm>
          <a:prstGeom prst="rect">
            <a:avLst/>
          </a:prstGeom>
          <a:noFill/>
          <a:ln>
            <a:noFill/>
          </a:ln>
        </p:spPr>
        <p:txBody>
          <a:bodyPr anchorCtr="0" anchor="t" bIns="45700" lIns="91425" spcFirstLastPara="1" rIns="91425" wrap="square" tIns="45700">
            <a:normAutofit fontScale="77500" lnSpcReduction="20000"/>
          </a:bodyPr>
          <a:lstStyle/>
          <a:p>
            <a:pPr indent="-457200" lvl="0" marL="457200" rtl="0" algn="just">
              <a:lnSpc>
                <a:spcPct val="120000"/>
              </a:lnSpc>
              <a:spcBef>
                <a:spcPts val="0"/>
              </a:spcBef>
              <a:spcAft>
                <a:spcPts val="0"/>
              </a:spcAft>
              <a:buClr>
                <a:schemeClr val="dk1"/>
              </a:buClr>
              <a:buSzPct val="100000"/>
              <a:buFont typeface="Play"/>
              <a:buAutoNum type="arabicPeriod" startAt="6"/>
            </a:pPr>
            <a:r>
              <a:rPr b="1" lang="en-US" sz="2400"/>
              <a:t>Motion to Divide the House</a:t>
            </a:r>
            <a:r>
              <a:rPr lang="en-US" sz="2400"/>
              <a:t>: This motion is made when delegates want the whole committee to vote again without permitting the delegates to ABSTAIN (the delegates can only vote IN FAVOR or AGAINST). The chairs accept it if it </a:t>
            </a:r>
            <a:r>
              <a:rPr b="1" lang="en-US" sz="2400"/>
              <a:t>can change the outcome </a:t>
            </a:r>
            <a:r>
              <a:rPr lang="en-US" sz="2400"/>
              <a:t>of the voting procedure. It requires a </a:t>
            </a:r>
            <a:r>
              <a:rPr b="1" lang="en-US" sz="2400"/>
              <a:t>second</a:t>
            </a:r>
            <a:r>
              <a:rPr lang="en-US" sz="2400"/>
              <a:t>. If anyone </a:t>
            </a:r>
            <a:r>
              <a:rPr b="1" lang="en-US" sz="2400"/>
              <a:t>objects</a:t>
            </a:r>
            <a:r>
              <a:rPr lang="en-US" sz="2400"/>
              <a:t>, the procedure continues normally.</a:t>
            </a:r>
            <a:endParaRPr b="1" sz="2400"/>
          </a:p>
          <a:p>
            <a:pPr indent="-514350" lvl="0" marL="514350" rtl="0" algn="just">
              <a:lnSpc>
                <a:spcPct val="120000"/>
              </a:lnSpc>
              <a:spcBef>
                <a:spcPts val="1000"/>
              </a:spcBef>
              <a:spcAft>
                <a:spcPts val="0"/>
              </a:spcAft>
              <a:buClr>
                <a:schemeClr val="dk1"/>
              </a:buClr>
              <a:buSzPct val="100000"/>
              <a:buFont typeface="Play"/>
              <a:buAutoNum type="arabicPeriod" startAt="6"/>
            </a:pPr>
            <a:r>
              <a:rPr b="1" lang="en-US" sz="2400"/>
              <a:t>Motion to Pass this Amendment as Friendly: </a:t>
            </a:r>
            <a:r>
              <a:rPr lang="en-US" sz="2400"/>
              <a:t>This motion is proposed in order to end the debate of an amendment. It requires the </a:t>
            </a:r>
            <a:r>
              <a:rPr b="1" lang="en-US" sz="2400"/>
              <a:t>Main-Submitter </a:t>
            </a:r>
            <a:r>
              <a:rPr lang="en-US" sz="2400"/>
              <a:t>approval. If it is </a:t>
            </a:r>
            <a:r>
              <a:rPr b="1" lang="en-US" sz="2400"/>
              <a:t>objected</a:t>
            </a:r>
            <a:r>
              <a:rPr lang="en-US" sz="2400"/>
              <a:t>, the debate continues normally.</a:t>
            </a:r>
            <a:endParaRPr b="1" sz="2400"/>
          </a:p>
          <a:p>
            <a:pPr indent="-514350" lvl="0" marL="514350" rtl="0" algn="just">
              <a:lnSpc>
                <a:spcPct val="120000"/>
              </a:lnSpc>
              <a:spcBef>
                <a:spcPts val="1000"/>
              </a:spcBef>
              <a:spcAft>
                <a:spcPts val="0"/>
              </a:spcAft>
              <a:buClr>
                <a:schemeClr val="dk1"/>
              </a:buClr>
              <a:buSzPct val="100000"/>
              <a:buFont typeface="Play"/>
              <a:buAutoNum type="arabicPeriod" startAt="6"/>
            </a:pPr>
            <a:r>
              <a:rPr b="1" lang="en-US" sz="2400"/>
              <a:t>Motion for a Roll Call Vote: </a:t>
            </a:r>
            <a:r>
              <a:rPr lang="en-US" sz="2400"/>
              <a:t>This motion is used when delegates request a formal roll call vote to record each country's position. It requires a </a:t>
            </a:r>
            <a:r>
              <a:rPr b="1" lang="en-US" sz="2400"/>
              <a:t>second</a:t>
            </a:r>
            <a:r>
              <a:rPr lang="en-US" sz="2400"/>
              <a:t>. If it is </a:t>
            </a:r>
            <a:r>
              <a:rPr b="1" lang="en-US" sz="2400"/>
              <a:t>objected</a:t>
            </a:r>
            <a:r>
              <a:rPr lang="en-US" sz="2400"/>
              <a:t>, the voting continues normally.</a:t>
            </a:r>
            <a:endParaRPr/>
          </a:p>
          <a:p>
            <a:pPr indent="-514350" lvl="0" marL="514350" rtl="0" algn="just">
              <a:lnSpc>
                <a:spcPct val="120000"/>
              </a:lnSpc>
              <a:spcBef>
                <a:spcPts val="1000"/>
              </a:spcBef>
              <a:spcAft>
                <a:spcPts val="0"/>
              </a:spcAft>
              <a:buClr>
                <a:schemeClr val="dk1"/>
              </a:buClr>
              <a:buSzPct val="100000"/>
              <a:buFont typeface="Play"/>
              <a:buAutoNum type="arabicPeriod" startAt="6"/>
            </a:pPr>
            <a:r>
              <a:rPr b="1" lang="en-US" sz="2400"/>
              <a:t>Motion for a Recess: </a:t>
            </a:r>
            <a:r>
              <a:rPr lang="en-US" sz="2400"/>
              <a:t>Delegates may request a temporary break in the session for various reasons, such as consultations, drafting, or simply a rest. It requires a </a:t>
            </a:r>
            <a:r>
              <a:rPr b="1" lang="en-US" sz="2400"/>
              <a:t>second</a:t>
            </a:r>
            <a:r>
              <a:rPr lang="en-US" sz="2400"/>
              <a:t>. If anyone </a:t>
            </a:r>
            <a:r>
              <a:rPr b="1" lang="en-US" sz="2400"/>
              <a:t>objects</a:t>
            </a:r>
            <a:r>
              <a:rPr lang="en-US" sz="2400"/>
              <a:t>, the procedure continues normally.</a:t>
            </a:r>
            <a:endParaRPr/>
          </a:p>
        </p:txBody>
      </p:sp>
      <p:pic>
        <p:nvPicPr>
          <p:cNvPr descr="Support - Free business icons" id="249" name="Google Shape;249;p16"/>
          <p:cNvPicPr preferRelativeResize="0"/>
          <p:nvPr/>
        </p:nvPicPr>
        <p:blipFill rotWithShape="1">
          <a:blip r:embed="rId3">
            <a:alphaModFix/>
          </a:blip>
          <a:srcRect b="-3" l="3717" r="7474" t="-1"/>
          <a:stretch/>
        </p:blipFill>
        <p:spPr>
          <a:xfrm>
            <a:off x="8554065" y="2031243"/>
            <a:ext cx="3637935" cy="4096512"/>
          </a:xfrm>
          <a:prstGeom prst="rect">
            <a:avLst/>
          </a:prstGeom>
          <a:noFill/>
          <a:ln>
            <a:noFill/>
          </a:ln>
        </p:spPr>
      </p:pic>
      <p:pic>
        <p:nvPicPr>
          <p:cNvPr id="250" name="Google Shape;250;p16"/>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sp>
        <p:nvSpPr>
          <p:cNvPr id="255" name="Google Shape;255;p1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6" name="Google Shape;256;p17"/>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Voting</a:t>
            </a:r>
            <a:endParaRPr/>
          </a:p>
        </p:txBody>
      </p:sp>
      <p:sp>
        <p:nvSpPr>
          <p:cNvPr id="257" name="Google Shape;257;p17"/>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17"/>
          <p:cNvSpPr txBox="1"/>
          <p:nvPr>
            <p:ph idx="1" type="body"/>
          </p:nvPr>
        </p:nvSpPr>
        <p:spPr>
          <a:xfrm>
            <a:off x="265471" y="1911493"/>
            <a:ext cx="7762188" cy="4835788"/>
          </a:xfrm>
          <a:prstGeom prst="rect">
            <a:avLst/>
          </a:prstGeom>
          <a:noFill/>
          <a:ln>
            <a:noFill/>
          </a:ln>
        </p:spPr>
        <p:txBody>
          <a:bodyPr anchorCtr="0" anchor="t" bIns="45700" lIns="91425" spcFirstLastPara="1" rIns="91425" wrap="square" tIns="45700">
            <a:normAutofit/>
          </a:bodyPr>
          <a:lstStyle/>
          <a:p>
            <a:pPr indent="-228600" lvl="0" marL="228600" rtl="0" algn="just">
              <a:lnSpc>
                <a:spcPct val="100000"/>
              </a:lnSpc>
              <a:spcBef>
                <a:spcPts val="0"/>
              </a:spcBef>
              <a:spcAft>
                <a:spcPts val="0"/>
              </a:spcAft>
              <a:buClr>
                <a:schemeClr val="dk1"/>
              </a:buClr>
              <a:buSzPts val="1800"/>
              <a:buChar char="•"/>
            </a:pPr>
            <a:r>
              <a:rPr lang="en-US" sz="1800"/>
              <a:t>Following the debate period, a vote on the entire resolution or amendment will be held. </a:t>
            </a:r>
            <a:endParaRPr/>
          </a:p>
          <a:p>
            <a:pPr indent="-228600" lvl="0" marL="228600" rtl="0" algn="just">
              <a:lnSpc>
                <a:spcPct val="100000"/>
              </a:lnSpc>
              <a:spcBef>
                <a:spcPts val="1000"/>
              </a:spcBef>
              <a:spcAft>
                <a:spcPts val="0"/>
              </a:spcAft>
              <a:buClr>
                <a:schemeClr val="dk1"/>
              </a:buClr>
              <a:buSzPts val="1800"/>
              <a:buChar char="•"/>
            </a:pPr>
            <a:r>
              <a:rPr lang="en-US" sz="1800"/>
              <a:t>Chairs say: “We will be moving on to the voting procedure. Any guests are kindly asked to exit the room, note – passing is suspended and staff please take your voting positions”</a:t>
            </a:r>
            <a:endParaRPr/>
          </a:p>
          <a:p>
            <a:pPr indent="-228600" lvl="0" marL="228600" rtl="0" algn="just">
              <a:lnSpc>
                <a:spcPct val="100000"/>
              </a:lnSpc>
              <a:spcBef>
                <a:spcPts val="1000"/>
              </a:spcBef>
              <a:spcAft>
                <a:spcPts val="0"/>
              </a:spcAft>
              <a:buClr>
                <a:schemeClr val="dk1"/>
              </a:buClr>
              <a:buSzPts val="1800"/>
              <a:buChar char="•"/>
            </a:pPr>
            <a:r>
              <a:rPr lang="en-US" sz="1800"/>
              <a:t>When the chairs announce that the committee is beginning the voting process, neither advisors nor guests are permitted to enter the room. Only the members of the Secretariat and the OT are allowed to be present during the voting Procedure.</a:t>
            </a:r>
            <a:endParaRPr/>
          </a:p>
          <a:p>
            <a:pPr indent="-228600" lvl="0" marL="228600" rtl="0" algn="just">
              <a:lnSpc>
                <a:spcPct val="100000"/>
              </a:lnSpc>
              <a:spcBef>
                <a:spcPts val="1000"/>
              </a:spcBef>
              <a:spcAft>
                <a:spcPts val="0"/>
              </a:spcAft>
              <a:buClr>
                <a:schemeClr val="dk1"/>
              </a:buClr>
              <a:buSzPts val="1800"/>
              <a:buChar char="•"/>
            </a:pPr>
            <a:r>
              <a:rPr lang="en-US" sz="1800"/>
              <a:t>Additionally, during the process, every delegate should be present in the room. </a:t>
            </a:r>
            <a:endParaRPr/>
          </a:p>
          <a:p>
            <a:pPr indent="-228600" lvl="0" marL="228600" rtl="0" algn="just">
              <a:lnSpc>
                <a:spcPct val="100000"/>
              </a:lnSpc>
              <a:spcBef>
                <a:spcPts val="1000"/>
              </a:spcBef>
              <a:spcAft>
                <a:spcPts val="0"/>
              </a:spcAft>
              <a:buClr>
                <a:schemeClr val="dk1"/>
              </a:buClr>
              <a:buSzPts val="1800"/>
              <a:buChar char="•"/>
            </a:pPr>
            <a:r>
              <a:rPr lang="en-US" sz="1800"/>
              <a:t>At the chair's request, each delegate should raise their placard and vote </a:t>
            </a:r>
            <a:r>
              <a:rPr b="1" lang="en-US" sz="1800"/>
              <a:t>IN</a:t>
            </a:r>
            <a:r>
              <a:rPr lang="en-US" sz="1800"/>
              <a:t> </a:t>
            </a:r>
            <a:r>
              <a:rPr b="1" lang="en-US" sz="1800"/>
              <a:t>FAVOUR</a:t>
            </a:r>
            <a:r>
              <a:rPr lang="en-US" sz="1800"/>
              <a:t>, </a:t>
            </a:r>
            <a:r>
              <a:rPr b="1" lang="en-US" sz="1800"/>
              <a:t>AGAINST</a:t>
            </a:r>
            <a:r>
              <a:rPr lang="en-US" sz="1800"/>
              <a:t>, or </a:t>
            </a:r>
            <a:r>
              <a:rPr b="1" lang="en-US" sz="1800"/>
              <a:t>ABSTAIN</a:t>
            </a:r>
            <a:r>
              <a:rPr lang="en-US" sz="1800"/>
              <a:t> (only if they selected "Present" on the roll call). Only when instructed to do so may delegates rise and lower their placard. This will guarantee that every vote has been counted.</a:t>
            </a:r>
            <a:endParaRPr/>
          </a:p>
        </p:txBody>
      </p:sp>
      <p:pic>
        <p:nvPicPr>
          <p:cNvPr descr="Why voting is important as a student - The David Eccles School of Business" id="259" name="Google Shape;259;p17"/>
          <p:cNvPicPr preferRelativeResize="0"/>
          <p:nvPr/>
        </p:nvPicPr>
        <p:blipFill rotWithShape="1">
          <a:blip r:embed="rId3">
            <a:alphaModFix/>
          </a:blip>
          <a:srcRect b="-3" l="20152" r="20921" t="0"/>
          <a:stretch/>
        </p:blipFill>
        <p:spPr>
          <a:xfrm>
            <a:off x="8137773" y="2650769"/>
            <a:ext cx="3941064" cy="4096512"/>
          </a:xfrm>
          <a:prstGeom prst="rect">
            <a:avLst/>
          </a:prstGeom>
          <a:noFill/>
          <a:ln>
            <a:noFill/>
          </a:ln>
        </p:spPr>
      </p:pic>
      <p:pic>
        <p:nvPicPr>
          <p:cNvPr id="260" name="Google Shape;260;p17"/>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1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18"/>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Note Passing</a:t>
            </a:r>
            <a:endParaRPr/>
          </a:p>
        </p:txBody>
      </p:sp>
      <p:sp>
        <p:nvSpPr>
          <p:cNvPr id="267" name="Google Shape;267;p18"/>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4902"/>
            </a:schemeClr>
          </a:solidFill>
          <a:ln cap="rnd" cmpd="sng" w="44450">
            <a:solidFill>
              <a:schemeClr val="accent2">
                <a:alpha val="74902"/>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 name="Google Shape;268;p18"/>
          <p:cNvSpPr txBox="1"/>
          <p:nvPr>
            <p:ph idx="1" type="body"/>
          </p:nvPr>
        </p:nvSpPr>
        <p:spPr>
          <a:xfrm>
            <a:off x="442452" y="2071316"/>
            <a:ext cx="6843593" cy="411917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100000"/>
              </a:lnSpc>
              <a:spcBef>
                <a:spcPts val="0"/>
              </a:spcBef>
              <a:spcAft>
                <a:spcPts val="0"/>
              </a:spcAft>
              <a:buClr>
                <a:schemeClr val="dk1"/>
              </a:buClr>
              <a:buSzPct val="100000"/>
              <a:buChar char="•"/>
            </a:pPr>
            <a:r>
              <a:rPr lang="en-US"/>
              <a:t>Delegates may use them to communicate with other delegated, usually to ask or answer a question.</a:t>
            </a:r>
            <a:endParaRPr/>
          </a:p>
          <a:p>
            <a:pPr indent="-228600" lvl="0" marL="228600" rtl="0" algn="just">
              <a:lnSpc>
                <a:spcPct val="100000"/>
              </a:lnSpc>
              <a:spcBef>
                <a:spcPts val="2400"/>
              </a:spcBef>
              <a:spcAft>
                <a:spcPts val="0"/>
              </a:spcAft>
              <a:buClr>
                <a:schemeClr val="dk1"/>
              </a:buClr>
              <a:buSzPct val="100000"/>
              <a:buChar char="•"/>
            </a:pPr>
            <a:r>
              <a:rPr lang="en-US"/>
              <a:t>A delegate may say “We will answer via note” when answering a POI and later reply as said.</a:t>
            </a:r>
            <a:endParaRPr/>
          </a:p>
          <a:p>
            <a:pPr indent="-228600" lvl="0" marL="228600" rtl="0" algn="just">
              <a:lnSpc>
                <a:spcPct val="100000"/>
              </a:lnSpc>
              <a:spcBef>
                <a:spcPts val="2400"/>
              </a:spcBef>
              <a:spcAft>
                <a:spcPts val="0"/>
              </a:spcAft>
              <a:buClr>
                <a:schemeClr val="dk1"/>
              </a:buClr>
              <a:buSzPct val="100000"/>
              <a:buChar char="•"/>
            </a:pPr>
            <a:r>
              <a:rPr lang="en-US"/>
              <a:t>They are given to the Staff who they read them to ensure that the content is in English, it is not offensive and is relevant to the procedure.</a:t>
            </a:r>
            <a:endParaRPr/>
          </a:p>
          <a:p>
            <a:pPr indent="-64135" lvl="0" marL="228600" rtl="0" algn="just">
              <a:lnSpc>
                <a:spcPct val="100000"/>
              </a:lnSpc>
              <a:spcBef>
                <a:spcPts val="2400"/>
              </a:spcBef>
              <a:spcAft>
                <a:spcPts val="0"/>
              </a:spcAft>
              <a:buClr>
                <a:schemeClr val="dk1"/>
              </a:buClr>
              <a:buSzPct val="100000"/>
              <a:buNone/>
            </a:pPr>
            <a:r>
              <a:t/>
            </a:r>
            <a:endParaRPr/>
          </a:p>
        </p:txBody>
      </p:sp>
      <p:pic>
        <p:nvPicPr>
          <p:cNvPr descr="What Is a Note?" id="269" name="Google Shape;269;p18"/>
          <p:cNvPicPr preferRelativeResize="0"/>
          <p:nvPr/>
        </p:nvPicPr>
        <p:blipFill rotWithShape="1">
          <a:blip r:embed="rId3">
            <a:alphaModFix/>
          </a:blip>
          <a:srcRect b="-3" l="1400" r="2392" t="0"/>
          <a:stretch/>
        </p:blipFill>
        <p:spPr>
          <a:xfrm>
            <a:off x="7675658" y="2093976"/>
            <a:ext cx="3941064" cy="4096512"/>
          </a:xfrm>
          <a:prstGeom prst="rect">
            <a:avLst/>
          </a:prstGeom>
          <a:noFill/>
          <a:ln>
            <a:noFill/>
          </a:ln>
        </p:spPr>
      </p:pic>
      <p:pic>
        <p:nvPicPr>
          <p:cNvPr id="270" name="Google Shape;270;p18"/>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id="275" name="Google Shape;275;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19"/>
          <p:cNvSpPr txBox="1"/>
          <p:nvPr>
            <p:ph type="title"/>
          </p:nvPr>
        </p:nvSpPr>
        <p:spPr>
          <a:xfrm>
            <a:off x="630936" y="640080"/>
            <a:ext cx="4818888" cy="14813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Play"/>
              <a:buNone/>
            </a:pPr>
            <a:r>
              <a:rPr b="1" lang="en-US" sz="5400"/>
              <a:t>Rules</a:t>
            </a:r>
            <a:endParaRPr/>
          </a:p>
        </p:txBody>
      </p:sp>
      <p:sp>
        <p:nvSpPr>
          <p:cNvPr id="277" name="Google Shape;277;p19"/>
          <p:cNvSpPr/>
          <p:nvPr/>
        </p:nvSpPr>
        <p:spPr>
          <a:xfrm>
            <a:off x="643278" y="2372868"/>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 name="Google Shape;278;p19"/>
          <p:cNvSpPr txBox="1"/>
          <p:nvPr>
            <p:ph idx="1" type="body"/>
          </p:nvPr>
        </p:nvSpPr>
        <p:spPr>
          <a:xfrm>
            <a:off x="432620" y="2391157"/>
            <a:ext cx="5879690" cy="4321142"/>
          </a:xfrm>
          <a:prstGeom prst="rect">
            <a:avLst/>
          </a:prstGeom>
          <a:noFill/>
          <a:ln>
            <a:noFill/>
          </a:ln>
        </p:spPr>
        <p:txBody>
          <a:bodyPr anchorCtr="0" anchor="t" bIns="45700" lIns="91425" spcFirstLastPara="1" rIns="91425" wrap="square" tIns="45700">
            <a:noAutofit/>
          </a:bodyPr>
          <a:lstStyle/>
          <a:p>
            <a:pPr indent="-228600" lvl="0" marL="228600" rtl="0" algn="just">
              <a:lnSpc>
                <a:spcPct val="120000"/>
              </a:lnSpc>
              <a:spcBef>
                <a:spcPts val="0"/>
              </a:spcBef>
              <a:spcAft>
                <a:spcPts val="0"/>
              </a:spcAft>
              <a:buClr>
                <a:schemeClr val="dk1"/>
              </a:buClr>
              <a:buSzPts val="2000"/>
              <a:buChar char="•"/>
            </a:pPr>
            <a:r>
              <a:rPr lang="en-US" sz="2000"/>
              <a:t>English is the official language of the conference</a:t>
            </a:r>
            <a:endParaRPr/>
          </a:p>
          <a:p>
            <a:pPr indent="-228600" lvl="0" marL="228600" rtl="0" algn="just">
              <a:lnSpc>
                <a:spcPct val="120000"/>
              </a:lnSpc>
              <a:spcBef>
                <a:spcPts val="1000"/>
              </a:spcBef>
              <a:spcAft>
                <a:spcPts val="0"/>
              </a:spcAft>
              <a:buClr>
                <a:schemeClr val="dk1"/>
              </a:buClr>
              <a:buSzPts val="2000"/>
              <a:buChar char="•"/>
            </a:pPr>
            <a:r>
              <a:rPr lang="en-US" sz="2000"/>
              <a:t>Chairs should</a:t>
            </a:r>
            <a:r>
              <a:rPr b="1" lang="en-US" sz="2000"/>
              <a:t> at all times</a:t>
            </a:r>
            <a:r>
              <a:rPr lang="en-US" sz="2000"/>
              <a:t> stay in their committees</a:t>
            </a:r>
            <a:endParaRPr/>
          </a:p>
          <a:p>
            <a:pPr indent="-228600" lvl="0" marL="228600" rtl="0" algn="just">
              <a:lnSpc>
                <a:spcPct val="120000"/>
              </a:lnSpc>
              <a:spcBef>
                <a:spcPts val="1000"/>
              </a:spcBef>
              <a:spcAft>
                <a:spcPts val="0"/>
              </a:spcAft>
              <a:buClr>
                <a:schemeClr val="dk1"/>
              </a:buClr>
              <a:buSzPts val="2000"/>
              <a:buChar char="•"/>
            </a:pPr>
            <a:r>
              <a:rPr lang="en-US" sz="2000"/>
              <a:t>Delegates may </a:t>
            </a:r>
            <a:r>
              <a:rPr b="1" lang="en-US" sz="2000"/>
              <a:t>not</a:t>
            </a:r>
            <a:r>
              <a:rPr lang="en-US" sz="2000"/>
              <a:t> use personal pronouns, such as:</a:t>
            </a:r>
            <a:endParaRPr/>
          </a:p>
          <a:p>
            <a:pPr indent="-228600" lvl="1" marL="685800" rtl="0" algn="just">
              <a:lnSpc>
                <a:spcPct val="120000"/>
              </a:lnSpc>
              <a:spcBef>
                <a:spcPts val="500"/>
              </a:spcBef>
              <a:spcAft>
                <a:spcPts val="0"/>
              </a:spcAft>
              <a:buClr>
                <a:schemeClr val="dk1"/>
              </a:buClr>
              <a:buSzPts val="2000"/>
              <a:buFont typeface="Noto Sans Symbols"/>
              <a:buChar char="⮚"/>
            </a:pPr>
            <a:r>
              <a:rPr lang="en-US" sz="2000"/>
              <a:t>I, me, mine, etc.</a:t>
            </a:r>
            <a:endParaRPr/>
          </a:p>
          <a:p>
            <a:pPr indent="-228600" lvl="1" marL="685800" rtl="0" algn="just">
              <a:lnSpc>
                <a:spcPct val="120000"/>
              </a:lnSpc>
              <a:spcBef>
                <a:spcPts val="500"/>
              </a:spcBef>
              <a:spcAft>
                <a:spcPts val="0"/>
              </a:spcAft>
              <a:buClr>
                <a:schemeClr val="dk1"/>
              </a:buClr>
              <a:buSzPts val="2000"/>
              <a:buFont typeface="Noto Sans Symbols"/>
              <a:buChar char="✔"/>
            </a:pPr>
            <a:r>
              <a:rPr lang="en-US" sz="2000"/>
              <a:t>Instead, they may use: </a:t>
            </a:r>
            <a:endParaRPr/>
          </a:p>
          <a:p>
            <a:pPr indent="-514350" lvl="2" marL="1428750" rtl="0" algn="just">
              <a:lnSpc>
                <a:spcPct val="120000"/>
              </a:lnSpc>
              <a:spcBef>
                <a:spcPts val="500"/>
              </a:spcBef>
              <a:spcAft>
                <a:spcPts val="0"/>
              </a:spcAft>
              <a:buClr>
                <a:schemeClr val="dk1"/>
              </a:buClr>
              <a:buSzPts val="2000"/>
              <a:buFont typeface="Play"/>
              <a:buAutoNum type="romanLcPeriod"/>
            </a:pPr>
            <a:r>
              <a:rPr lang="en-US"/>
              <a:t>“The delegate”, </a:t>
            </a:r>
            <a:endParaRPr/>
          </a:p>
          <a:p>
            <a:pPr indent="-514350" lvl="2" marL="1428750" rtl="0" algn="just">
              <a:lnSpc>
                <a:spcPct val="120000"/>
              </a:lnSpc>
              <a:spcBef>
                <a:spcPts val="500"/>
              </a:spcBef>
              <a:spcAft>
                <a:spcPts val="0"/>
              </a:spcAft>
              <a:buClr>
                <a:schemeClr val="dk1"/>
              </a:buClr>
              <a:buSzPts val="2000"/>
              <a:buFont typeface="Play"/>
              <a:buAutoNum type="romanLcPeriod"/>
            </a:pPr>
            <a:r>
              <a:rPr lang="en-US"/>
              <a:t>”The delegation of”, </a:t>
            </a:r>
            <a:endParaRPr/>
          </a:p>
          <a:p>
            <a:pPr indent="-514350" lvl="2" marL="1428750" rtl="0" algn="just">
              <a:lnSpc>
                <a:spcPct val="120000"/>
              </a:lnSpc>
              <a:spcBef>
                <a:spcPts val="500"/>
              </a:spcBef>
              <a:spcAft>
                <a:spcPts val="0"/>
              </a:spcAft>
              <a:buClr>
                <a:schemeClr val="dk1"/>
              </a:buClr>
              <a:buSzPts val="2000"/>
              <a:buFont typeface="Play"/>
              <a:buAutoNum type="romanLcPeriod"/>
            </a:pPr>
            <a:r>
              <a:rPr lang="en-US"/>
              <a:t>”We”</a:t>
            </a:r>
            <a:endParaRPr/>
          </a:p>
        </p:txBody>
      </p:sp>
      <p:pic>
        <p:nvPicPr>
          <p:cNvPr descr="Minion Officer Sticker" id="279" name="Google Shape;279;p19"/>
          <p:cNvPicPr preferRelativeResize="0"/>
          <p:nvPr/>
        </p:nvPicPr>
        <p:blipFill rotWithShape="1">
          <a:blip r:embed="rId3">
            <a:alphaModFix/>
          </a:blip>
          <a:srcRect b="0" l="7636" r="6400" t="0"/>
          <a:stretch/>
        </p:blipFill>
        <p:spPr>
          <a:xfrm>
            <a:off x="6312310" y="53978"/>
            <a:ext cx="5879690" cy="6839712"/>
          </a:xfrm>
          <a:prstGeom prst="rect">
            <a:avLst/>
          </a:prstGeom>
          <a:noFill/>
          <a:ln>
            <a:noFill/>
          </a:ln>
        </p:spPr>
      </p:pic>
      <p:pic>
        <p:nvPicPr>
          <p:cNvPr id="280" name="Google Shape;280;p19"/>
          <p:cNvPicPr preferRelativeResize="0"/>
          <p:nvPr/>
        </p:nvPicPr>
        <p:blipFill rotWithShape="1">
          <a:blip r:embed="rId4">
            <a:alphaModFix/>
          </a:blip>
          <a:srcRect b="0" l="0" r="0" t="0"/>
          <a:stretch/>
        </p:blipFill>
        <p:spPr>
          <a:xfrm>
            <a:off x="10891002" y="0"/>
            <a:ext cx="1300998" cy="1300998"/>
          </a:xfrm>
          <a:prstGeom prst="rect">
            <a:avLst/>
          </a:prstGeom>
          <a:noFill/>
          <a:ln>
            <a:noFill/>
          </a:ln>
        </p:spPr>
      </p:pic>
      <p:sp>
        <p:nvSpPr>
          <p:cNvPr id="281" name="Google Shape;281;p19"/>
          <p:cNvSpPr txBox="1"/>
          <p:nvPr/>
        </p:nvSpPr>
        <p:spPr>
          <a:xfrm>
            <a:off x="3048000" y="3246792"/>
            <a:ext cx="6096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2026-07-06T09:42:12Z</dcterms:created>
  <dc:creator>Leontara Kleoniki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58c1004-b24f-4bde-8aad-2ae45b2e013d_Enabled">
    <vt:lpwstr>true</vt:lpwstr>
  </property>
  <property fmtid="{D5CDD505-2E9C-101B-9397-08002B2CF9AE}" pid="3" name="MSIP_Label_958c1004-b24f-4bde-8aad-2ae45b2e013d_SetDate">
    <vt:lpwstr>2026-07-06T11:42:25Z</vt:lpwstr>
  </property>
  <property fmtid="{D5CDD505-2E9C-101B-9397-08002B2CF9AE}" pid="4" name="MSIP_Label_958c1004-b24f-4bde-8aad-2ae45b2e013d_Method">
    <vt:lpwstr>Standard</vt:lpwstr>
  </property>
  <property fmtid="{D5CDD505-2E9C-101B-9397-08002B2CF9AE}" pid="5" name="MSIP_Label_958c1004-b24f-4bde-8aad-2ae45b2e013d_Name">
    <vt:lpwstr>Internal Use</vt:lpwstr>
  </property>
  <property fmtid="{D5CDD505-2E9C-101B-9397-08002B2CF9AE}" pid="6" name="MSIP_Label_958c1004-b24f-4bde-8aad-2ae45b2e013d_SiteId">
    <vt:lpwstr>4f1b3dbb-846d-4206-92b5-ac1cf048dbb2</vt:lpwstr>
  </property>
  <property fmtid="{D5CDD505-2E9C-101B-9397-08002B2CF9AE}" pid="7" name="MSIP_Label_958c1004-b24f-4bde-8aad-2ae45b2e013d_ActionId">
    <vt:lpwstr>7db40b7d-037c-4e7f-9a02-be6c93e47b79</vt:lpwstr>
  </property>
  <property fmtid="{D5CDD505-2E9C-101B-9397-08002B2CF9AE}" pid="8" name="MSIP_Label_958c1004-b24f-4bde-8aad-2ae45b2e013d_ContentBits">
    <vt:lpwstr>0</vt:lpwstr>
  </property>
  <property fmtid="{D5CDD505-2E9C-101B-9397-08002B2CF9AE}" pid="9" name="MSIP_Label_958c1004-b24f-4bde-8aad-2ae45b2e013d_Tag">
    <vt:lpwstr>10, 3, 0, 1</vt:lpwstr>
  </property>
</Properties>
</file>